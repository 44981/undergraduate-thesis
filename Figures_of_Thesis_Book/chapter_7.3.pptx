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256F9-B99A-B03E-4107-669F0A256B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6E3AA3-ED60-81FD-4393-EA9FC7A747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AD0D14-BDE7-E6A5-5B6C-B04EB8177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9E188-3418-4957-92FD-B54DB5A18E5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4A1B5-B5F0-4520-6616-F154CDC88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0B64C9-A6A6-67E5-A4BB-F56492731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8D414-A9D5-4691-921D-732F1265B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425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D23C1-0E4F-6F92-14FF-6335A5DC2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3F9AE-70D1-F966-36C6-4AD9DBF8E0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EC3513-A136-57B7-E61E-959FBD3C2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9E188-3418-4957-92FD-B54DB5A18E5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69FEE0-D950-9E0C-F1A3-903E17507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5EBC7-C72A-32F5-41B4-DBBF711ED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8D414-A9D5-4691-921D-732F1265B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855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27382-2289-31CD-DAAE-E61C70E9A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F60A0B-5382-BB40-2FD3-F6A98F5408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B1DF77-3FE9-6F51-3846-BD6989E44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9E188-3418-4957-92FD-B54DB5A18E5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602D69-5DF9-9DD3-343D-BEC535E67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AEB6AE-0F9A-C7C0-7684-84423909B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8D414-A9D5-4691-921D-732F1265B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851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88B0D-0CE1-8D67-7761-1A5210565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5428E-D62B-3AE4-14E6-389DC04F3D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6CFDB6-4D7A-754B-2936-89B52BA138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CF4DB9-625D-AC39-AD50-33C448429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9E188-3418-4957-92FD-B54DB5A18E5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2D92B2-241A-3C09-0292-03A498193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720110-2C32-5DBE-BD23-51D735FE2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8D414-A9D5-4691-921D-732F1265B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340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D65EE-6A2C-1936-DCA0-C2676C9CA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5385B8-25F4-CBC0-BCF8-F538E0D99E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7F2A91-8217-B36A-4D4E-3B86C2387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FB83F4-42E1-ECC0-DE8E-75BDF08F90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9AA1B8-307E-7E8F-9390-A1DCEB3877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EE69E3-1204-24F3-D64D-F1B6411B6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9E188-3418-4957-92FD-B54DB5A18E5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064654-0264-CE71-2813-47F486FCD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7D2FF8-9833-F32E-44C3-D34812DD0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8D414-A9D5-4691-921D-732F1265B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522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961C1-9F25-B270-2B2C-7C2C8C3C6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395011-629E-FAA9-C52C-7F97688FC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9E188-3418-4957-92FD-B54DB5A18E5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D97F2-9765-206A-C288-CF2E04731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7677B7-7A57-544C-2CE9-08B12D567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8D414-A9D5-4691-921D-732F1265B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380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26E069-0952-AEDB-EAD3-A20AD7690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9E188-3418-4957-92FD-B54DB5A18E5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BD8CD1-8F07-E9E6-AB9C-839DADC7A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C14619-D8F0-63C0-6FF2-604A2E3CE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8D414-A9D5-4691-921D-732F1265B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03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58F8C-37C0-262C-AFF7-401D9745A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D6E7B-D0A0-3F0B-E54E-033E23E632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A80E0D-A32D-AC19-ACA7-74DFCD81D8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87AC3A-DE21-93AC-6B1C-3AB3C3D94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9E188-3418-4957-92FD-B54DB5A18E5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2316BA-1E01-0C98-FA64-D85EA22AD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87E58D-C4AA-575A-EECF-B337C1A6C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8D414-A9D5-4691-921D-732F1265B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234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1861D-D695-6461-BB1F-B457156C5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090848-DFEF-C5AA-A110-B8B339F819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ED7BED-28B2-F9CE-B0B3-13151DF62F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212B6-525D-A189-575C-AEBE25771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9E188-3418-4957-92FD-B54DB5A18E5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F817A5-25C0-8D42-7559-048CC693E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F1F003-3BAA-1D2E-54C4-F5C8D70FD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8D414-A9D5-4691-921D-732F1265B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858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ED116-463E-FFFB-173E-1D94E1FBA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4A9DA3-7C1D-70BF-3812-E597557045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911E5F-18C5-9251-4943-9A4CD717F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9E188-3418-4957-92FD-B54DB5A18E5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3D5773-246D-03AD-CF95-D252511A8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DF1D82-1FB3-F356-3B0D-F29749A7E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8D414-A9D5-4691-921D-732F1265B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63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CBD8AF-3426-6AAB-7D96-FB99CCB0A4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DA9034-CC70-0F91-0505-9021D0204F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57B33-4628-C59C-5C65-D25B2890B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9E188-3418-4957-92FD-B54DB5A18E5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D1507-9739-F425-C6C6-55734723C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E0DB8E-064B-3867-6D7F-6FA680CEA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8D414-A9D5-4691-921D-732F1265B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359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6E2376-39E1-36ED-BA62-85B7BBE1B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9436A1-074D-344E-158D-E535D2D7E3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5D455-1EC9-649D-E998-C0FD9D0963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B9E188-3418-4957-92FD-B54DB5A18E5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798086-2B38-4D3A-757E-27E7610F6D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32D28-F48C-CDFB-599F-68DE906E63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58D414-A9D5-4691-921D-732F1265B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779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C8343079-D62D-7A69-9E16-17D9489519BF}"/>
              </a:ext>
            </a:extLst>
          </p:cNvPr>
          <p:cNvSpPr/>
          <p:nvPr/>
        </p:nvSpPr>
        <p:spPr>
          <a:xfrm>
            <a:off x="514351" y="2182088"/>
            <a:ext cx="1319645" cy="1336963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569CA4F-BAEE-8F40-794B-DE63CA8CFA81}"/>
              </a:ext>
            </a:extLst>
          </p:cNvPr>
          <p:cNvSpPr/>
          <p:nvPr/>
        </p:nvSpPr>
        <p:spPr>
          <a:xfrm>
            <a:off x="436418" y="1662545"/>
            <a:ext cx="11523517" cy="2348346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3572E39-1D48-9175-F793-0F85AA6134AB}"/>
              </a:ext>
            </a:extLst>
          </p:cNvPr>
          <p:cNvSpPr/>
          <p:nvPr/>
        </p:nvSpPr>
        <p:spPr>
          <a:xfrm>
            <a:off x="9749205" y="2182086"/>
            <a:ext cx="1319645" cy="133696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DONE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FF7D6FE-1731-25CE-E5CD-8F4CD6E720DF}"/>
              </a:ext>
            </a:extLst>
          </p:cNvPr>
          <p:cNvSpPr/>
          <p:nvPr/>
        </p:nvSpPr>
        <p:spPr>
          <a:xfrm>
            <a:off x="7465776" y="2182088"/>
            <a:ext cx="1319645" cy="133696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7141883-FF86-D94B-DFB8-73BDD7369222}"/>
              </a:ext>
            </a:extLst>
          </p:cNvPr>
          <p:cNvSpPr/>
          <p:nvPr/>
        </p:nvSpPr>
        <p:spPr>
          <a:xfrm>
            <a:off x="2732809" y="2195945"/>
            <a:ext cx="1319646" cy="1336963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AC068F3-2CE8-E24C-5B5E-6925FF98F5B5}"/>
              </a:ext>
            </a:extLst>
          </p:cNvPr>
          <p:cNvSpPr/>
          <p:nvPr/>
        </p:nvSpPr>
        <p:spPr>
          <a:xfrm>
            <a:off x="5029200" y="2182088"/>
            <a:ext cx="1319646" cy="133696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8BE9EE5-8DA1-20F3-AC5E-9ADA38C8DAAA}"/>
              </a:ext>
            </a:extLst>
          </p:cNvPr>
          <p:cNvSpPr txBox="1"/>
          <p:nvPr/>
        </p:nvSpPr>
        <p:spPr>
          <a:xfrm>
            <a:off x="723135" y="2710537"/>
            <a:ext cx="7922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GRASP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E1C89B2-541F-657E-E1AD-E9C73C9CD7A8}"/>
              </a:ext>
            </a:extLst>
          </p:cNvPr>
          <p:cNvSpPr txBox="1"/>
          <p:nvPr/>
        </p:nvSpPr>
        <p:spPr>
          <a:xfrm>
            <a:off x="2858728" y="2710536"/>
            <a:ext cx="11075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TEST-LIFT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E6E23EA-0868-86A9-23A4-010D4D3F878F}"/>
              </a:ext>
            </a:extLst>
          </p:cNvPr>
          <p:cNvSpPr txBox="1"/>
          <p:nvPr/>
        </p:nvSpPr>
        <p:spPr>
          <a:xfrm>
            <a:off x="4990056" y="2710536"/>
            <a:ext cx="12860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F6E6E61-8BF1-0225-A91A-377358547B27}"/>
              </a:ext>
            </a:extLst>
          </p:cNvPr>
          <p:cNvCxnSpPr>
            <a:cxnSpLocks/>
          </p:cNvCxnSpPr>
          <p:nvPr/>
        </p:nvCxnSpPr>
        <p:spPr>
          <a:xfrm>
            <a:off x="1833996" y="2850567"/>
            <a:ext cx="841664" cy="0"/>
          </a:xfrm>
          <a:prstGeom prst="straightConnector1">
            <a:avLst/>
          </a:prstGeom>
          <a:ln w="317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9CDD1C6D-1D16-8565-10CD-B2BFCBFA0D98}"/>
              </a:ext>
            </a:extLst>
          </p:cNvPr>
          <p:cNvSpPr txBox="1"/>
          <p:nvPr/>
        </p:nvSpPr>
        <p:spPr>
          <a:xfrm>
            <a:off x="1771490" y="2036938"/>
            <a:ext cx="123612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 Consecutive grasp check pass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0533D48-39AD-9CAA-96E9-8826E5E4B9F2}"/>
              </a:ext>
            </a:extLst>
          </p:cNvPr>
          <p:cNvSpPr txBox="1"/>
          <p:nvPr/>
        </p:nvSpPr>
        <p:spPr>
          <a:xfrm>
            <a:off x="4003247" y="1937675"/>
            <a:ext cx="123612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rises ≥ 3cm &amp; Stays gripped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1BD204F-A1A0-4675-1748-335777B8BFDD}"/>
              </a:ext>
            </a:extLst>
          </p:cNvPr>
          <p:cNvSpPr txBox="1"/>
          <p:nvPr/>
        </p:nvSpPr>
        <p:spPr>
          <a:xfrm>
            <a:off x="7621992" y="2696680"/>
            <a:ext cx="1236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RELEASE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556C4CA-3C82-BF24-6ADB-6FF81010664F}"/>
              </a:ext>
            </a:extLst>
          </p:cNvPr>
          <p:cNvSpPr txBox="1"/>
          <p:nvPr/>
        </p:nvSpPr>
        <p:spPr>
          <a:xfrm>
            <a:off x="8841127" y="1997259"/>
            <a:ext cx="123612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Placement Success check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E74A862-2530-B2D4-66D3-B886BFDA361D}"/>
              </a:ext>
            </a:extLst>
          </p:cNvPr>
          <p:cNvSpPr txBox="1"/>
          <p:nvPr/>
        </p:nvSpPr>
        <p:spPr>
          <a:xfrm>
            <a:off x="1922321" y="3146181"/>
            <a:ext cx="17454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Retry </a:t>
            </a: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/>
              <a:t>≤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 attempts)</a:t>
            </a:r>
          </a:p>
        </p:txBody>
      </p:sp>
      <p:cxnSp>
        <p:nvCxnSpPr>
          <p:cNvPr id="52" name="Connector: Curved 51">
            <a:extLst>
              <a:ext uri="{FF2B5EF4-FFF2-40B4-BE49-F238E27FC236}">
                <a16:creationId xmlns:a16="http://schemas.microsoft.com/office/drawing/2014/main" id="{A65A6A43-430E-3058-C440-DE952F728226}"/>
              </a:ext>
            </a:extLst>
          </p:cNvPr>
          <p:cNvCxnSpPr>
            <a:cxnSpLocks/>
            <a:stCxn id="26" idx="4"/>
            <a:endCxn id="2" idx="5"/>
          </p:cNvCxnSpPr>
          <p:nvPr/>
        </p:nvCxnSpPr>
        <p:spPr>
          <a:xfrm rot="5400000" flipH="1">
            <a:off x="2411859" y="2552136"/>
            <a:ext cx="209651" cy="1751894"/>
          </a:xfrm>
          <a:prstGeom prst="curvedConnector3">
            <a:avLst>
              <a:gd name="adj1" fmla="val -109038"/>
            </a:avLst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00800351-AD84-8B72-55F6-A1AE2167FAB8}"/>
              </a:ext>
            </a:extLst>
          </p:cNvPr>
          <p:cNvCxnSpPr>
            <a:cxnSpLocks/>
          </p:cNvCxnSpPr>
          <p:nvPr/>
        </p:nvCxnSpPr>
        <p:spPr>
          <a:xfrm>
            <a:off x="4052455" y="2843645"/>
            <a:ext cx="841664" cy="0"/>
          </a:xfrm>
          <a:prstGeom prst="straightConnector1">
            <a:avLst/>
          </a:prstGeom>
          <a:ln w="317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A05A841B-7B2A-4C90-C576-35F38D8E0B4B}"/>
              </a:ext>
            </a:extLst>
          </p:cNvPr>
          <p:cNvSpPr txBox="1"/>
          <p:nvPr/>
        </p:nvSpPr>
        <p:spPr>
          <a:xfrm>
            <a:off x="6372051" y="1889538"/>
            <a:ext cx="15168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held with 0.14 m of bin center  for 3 steps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47BE7D45-D003-5DD5-740C-D7755C24D5FF}"/>
              </a:ext>
            </a:extLst>
          </p:cNvPr>
          <p:cNvCxnSpPr>
            <a:cxnSpLocks/>
          </p:cNvCxnSpPr>
          <p:nvPr/>
        </p:nvCxnSpPr>
        <p:spPr>
          <a:xfrm>
            <a:off x="6372051" y="2864424"/>
            <a:ext cx="841664" cy="0"/>
          </a:xfrm>
          <a:prstGeom prst="straightConnector1">
            <a:avLst/>
          </a:prstGeom>
          <a:ln w="317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9B6A290-F8BE-D353-8ACA-3391F77DCCE3}"/>
              </a:ext>
            </a:extLst>
          </p:cNvPr>
          <p:cNvCxnSpPr>
            <a:cxnSpLocks/>
          </p:cNvCxnSpPr>
          <p:nvPr/>
        </p:nvCxnSpPr>
        <p:spPr>
          <a:xfrm>
            <a:off x="8785421" y="2822855"/>
            <a:ext cx="841664" cy="0"/>
          </a:xfrm>
          <a:prstGeom prst="straightConnector1">
            <a:avLst/>
          </a:prstGeom>
          <a:ln w="317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" name="Connector: Curved 2">
            <a:extLst>
              <a:ext uri="{FF2B5EF4-FFF2-40B4-BE49-F238E27FC236}">
                <a16:creationId xmlns:a16="http://schemas.microsoft.com/office/drawing/2014/main" id="{1A6CC319-355B-4312-A965-ABD986656080}"/>
              </a:ext>
            </a:extLst>
          </p:cNvPr>
          <p:cNvCxnSpPr>
            <a:cxnSpLocks/>
          </p:cNvCxnSpPr>
          <p:nvPr/>
        </p:nvCxnSpPr>
        <p:spPr>
          <a:xfrm rot="5400000" flipH="1">
            <a:off x="4652312" y="2551321"/>
            <a:ext cx="209651" cy="1751894"/>
          </a:xfrm>
          <a:prstGeom prst="curvedConnector3">
            <a:avLst>
              <a:gd name="adj1" fmla="val -109038"/>
            </a:avLst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ED0B099-DDFC-34AE-A4CD-1F153B53107A}"/>
              </a:ext>
            </a:extLst>
          </p:cNvPr>
          <p:cNvSpPr txBox="1"/>
          <p:nvPr/>
        </p:nvSpPr>
        <p:spPr>
          <a:xfrm>
            <a:off x="4163690" y="3147896"/>
            <a:ext cx="10472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rises </a:t>
            </a:r>
            <a:r>
              <a:rPr lang="en-US" sz="1400" dirty="0"/>
              <a:t>≤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3cm</a:t>
            </a:r>
          </a:p>
        </p:txBody>
      </p:sp>
    </p:spTree>
    <p:extLst>
      <p:ext uri="{BB962C8B-B14F-4D97-AF65-F5344CB8AC3E}">
        <p14:creationId xmlns:p14="http://schemas.microsoft.com/office/powerpoint/2010/main" val="7731702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41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Homayra Mobesshira Hemu</dc:creator>
  <cp:lastModifiedBy>Homayra Mobesshira Hemu</cp:lastModifiedBy>
  <cp:revision>2</cp:revision>
  <dcterms:created xsi:type="dcterms:W3CDTF">2026-07-09T07:55:49Z</dcterms:created>
  <dcterms:modified xsi:type="dcterms:W3CDTF">2026-07-09T10:48:39Z</dcterms:modified>
</cp:coreProperties>
</file>