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E05C4-A343-CA1A-D9BB-E6B6DA453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548E35-0B60-57AA-3AFB-98C9DE2306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85CA2-93DB-0C80-2946-1027EEC47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14B2-BB41-45BD-9D34-39EFA9BABC3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BB5C6-8936-CEE1-E176-4EEC70598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FC736-A04B-2EB4-D7D4-41101051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F20-5F65-4BD6-B72B-566912C47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378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D1126-E633-1B14-F25F-DD3CAA5AE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84019-832F-B146-2A9E-9E09264EB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5C27B-6672-32FE-6881-68752C532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14B2-BB41-45BD-9D34-39EFA9BABC3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A67B3-706D-9A2A-5537-DE6F4D661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FAAC8-4D8C-30F0-93BC-ACEDAB3AB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F20-5F65-4BD6-B72B-566912C47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9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49420-630A-136C-B529-D477057D6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4351D-6BF7-A23D-8CAA-72D4ECF22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CCD22-43BA-4F32-0542-C13E89AC8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14B2-BB41-45BD-9D34-39EFA9BABC3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AC381-2980-550D-1A3D-D061825E8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C2F84-3770-D8E2-0F28-9ABC78317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F20-5F65-4BD6-B72B-566912C47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741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4DCC0-795C-7862-2F97-ED05009A6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4E104-9B36-2247-8F27-89E2927780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3818E-30A4-9A13-4FF4-9CB298A3F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0B9F8-B56A-5A4A-DE39-4D884215C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14B2-BB41-45BD-9D34-39EFA9BABC3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8BD4C3-0E73-822B-3F93-DDA05B7E5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3110C-1DA1-7830-9828-C5F34B833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F20-5F65-4BD6-B72B-566912C47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497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751C0-A511-6CD9-7423-222F541C7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9E4C6-0789-2F88-40E0-FC3D3D68F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1123F8-2EF4-071C-C0ED-EB2D9B45D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14AD94-2A08-39E0-FBBC-DDCA718EE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440832-6CB1-00BB-CF0D-6E4D882FEC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E0BB70-A65F-A88E-3B58-1724A04E5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14B2-BB41-45BD-9D34-39EFA9BABC3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88A9F5-8E73-D8D7-DB85-CF62746C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2FF121-6F79-C77E-9B82-72A6D9977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F20-5F65-4BD6-B72B-566912C47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49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12D01-9086-AF29-AAB7-50DCEAF8A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10919D-2614-4A31-BB99-23A338128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14B2-BB41-45BD-9D34-39EFA9BABC3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022BC0-82A4-AA80-5ED5-87BDF10C4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1BD131-6A66-6CB0-9702-B063D95A6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F20-5F65-4BD6-B72B-566912C47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90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6DBFD1-E9B5-FD44-1360-F6439A23D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14B2-BB41-45BD-9D34-39EFA9BABC3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114E24-46DC-8CAC-0663-0C0FB6CF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905B6-98C8-CCC7-5DB2-E19ED021C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F20-5F65-4BD6-B72B-566912C47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882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66B6C-93E9-67D0-5A24-2338D884F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97C73-8F98-FEE8-D2E8-ADFBFF29A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D091AD-3856-6ED0-787F-351402405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35F99-3552-8BEE-23AD-CA6CF3948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14B2-BB41-45BD-9D34-39EFA9BABC3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38051-ACFA-7A21-087E-D826D9D77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65E54-F7DB-B27B-17F0-197B53A7C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F20-5F65-4BD6-B72B-566912C47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73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91F7B-5E2E-E94D-79A6-445F6472A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F0E658-B6B8-A0CC-6E4C-401250C49B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00221B-E324-2096-843F-0D2A4287B9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902D12-2907-1142-F090-AC70FAC9D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14B2-BB41-45BD-9D34-39EFA9BABC3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8F227-DF45-CD37-C516-55A8986A2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CF08C-CD67-A6C3-3F1F-32EF819B5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F20-5F65-4BD6-B72B-566912C47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389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BD46C-1D9C-C4B2-B14E-91F4739BC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57798-4B21-3003-B3C1-0EBAFB089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3A820-B1D1-E14D-288E-0F14E5197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14B2-BB41-45BD-9D34-39EFA9BABC3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2AFAC-FB22-E1F6-7D31-93D0C7279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5F13C-177B-6A56-7E7A-144852EC5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F20-5F65-4BD6-B72B-566912C47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521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4C4E7D-43E4-7AEB-C674-64CE3C6637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C69F7C-569A-ED33-2A7B-B79017406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B3504-F51A-DE1C-F34F-DD722D444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14B2-BB41-45BD-9D34-39EFA9BABC3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688AC-F0AC-13F6-A581-F44817512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E1ED6-B9E3-FF03-8994-6CDD9F88C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F20-5F65-4BD6-B72B-566912C47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335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D1CBF3-3F9C-BD4C-7C38-846165D87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C9E89-DF63-AA0E-F793-E4FF3F180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5BC0F-93F9-BFC0-2EFC-D7D1C417F9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F14B2-BB41-45BD-9D34-39EFA9BABC3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98FE0-90DB-1B1F-25C9-F8AF12A53B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AD6A4-17B3-DAA8-7CE3-E6134043C7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DBF20-5F65-4BD6-B72B-566912C47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039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325451E-9130-A552-6C6A-A39C38561FA3}"/>
              </a:ext>
            </a:extLst>
          </p:cNvPr>
          <p:cNvSpPr/>
          <p:nvPr/>
        </p:nvSpPr>
        <p:spPr>
          <a:xfrm>
            <a:off x="2377576" y="987133"/>
            <a:ext cx="2284267" cy="263929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FD1B1BB-A311-72B3-9B57-1A75BC10D3BF}"/>
              </a:ext>
            </a:extLst>
          </p:cNvPr>
          <p:cNvSpPr/>
          <p:nvPr/>
        </p:nvSpPr>
        <p:spPr>
          <a:xfrm>
            <a:off x="476682" y="1002464"/>
            <a:ext cx="1686797" cy="263929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2E22B38-B6E9-A939-3CD6-7017BA9DB7E1}"/>
              </a:ext>
            </a:extLst>
          </p:cNvPr>
          <p:cNvSpPr/>
          <p:nvPr/>
        </p:nvSpPr>
        <p:spPr>
          <a:xfrm>
            <a:off x="4834950" y="987133"/>
            <a:ext cx="2566553" cy="263929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58D0A1C-E1CB-8101-DD34-CB0123C24A6A}"/>
              </a:ext>
            </a:extLst>
          </p:cNvPr>
          <p:cNvSpPr/>
          <p:nvPr/>
        </p:nvSpPr>
        <p:spPr>
          <a:xfrm>
            <a:off x="7636451" y="987133"/>
            <a:ext cx="2284267" cy="263929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4339E86-1A65-89F3-56E0-BF785F292748}"/>
              </a:ext>
            </a:extLst>
          </p:cNvPr>
          <p:cNvSpPr/>
          <p:nvPr/>
        </p:nvSpPr>
        <p:spPr>
          <a:xfrm>
            <a:off x="10106890" y="987133"/>
            <a:ext cx="1783774" cy="263929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61F5AD-EF46-5740-C123-F3B067672843}"/>
              </a:ext>
            </a:extLst>
          </p:cNvPr>
          <p:cNvSpPr/>
          <p:nvPr/>
        </p:nvSpPr>
        <p:spPr>
          <a:xfrm>
            <a:off x="301336" y="426027"/>
            <a:ext cx="11731337" cy="4281055"/>
          </a:xfrm>
          <a:prstGeom prst="rect">
            <a:avLst/>
          </a:prstGeom>
          <a:noFill/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76A63D-8ABA-914A-BBAF-DD832D46D078}"/>
              </a:ext>
            </a:extLst>
          </p:cNvPr>
          <p:cNvSpPr txBox="1"/>
          <p:nvPr/>
        </p:nvSpPr>
        <p:spPr>
          <a:xfrm>
            <a:off x="4228845" y="521914"/>
            <a:ext cx="4192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Offline Validation on PC (Simulation) </a:t>
            </a:r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CC7CF9A6-C4C0-8DAB-7114-DC7BD4E1EAE3}"/>
              </a:ext>
            </a:extLst>
          </p:cNvPr>
          <p:cNvSpPr/>
          <p:nvPr/>
        </p:nvSpPr>
        <p:spPr>
          <a:xfrm>
            <a:off x="571938" y="1127158"/>
            <a:ext cx="322118" cy="311728"/>
          </a:xfrm>
          <a:prstGeom prst="flowChartConnector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65A3853E-C133-8189-5B4F-37895CB5253B}"/>
              </a:ext>
            </a:extLst>
          </p:cNvPr>
          <p:cNvSpPr/>
          <p:nvPr/>
        </p:nvSpPr>
        <p:spPr>
          <a:xfrm>
            <a:off x="2511273" y="1111827"/>
            <a:ext cx="322118" cy="311728"/>
          </a:xfrm>
          <a:prstGeom prst="flowChartConnector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1C56060D-B92F-07B6-504F-8C122C5E5A7F}"/>
              </a:ext>
            </a:extLst>
          </p:cNvPr>
          <p:cNvSpPr/>
          <p:nvPr/>
        </p:nvSpPr>
        <p:spPr>
          <a:xfrm>
            <a:off x="5037043" y="1154217"/>
            <a:ext cx="322118" cy="311728"/>
          </a:xfrm>
          <a:prstGeom prst="flowChartConnector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D20E0B73-29EF-8712-8F37-EA2B74F29D64}"/>
              </a:ext>
            </a:extLst>
          </p:cNvPr>
          <p:cNvSpPr/>
          <p:nvPr/>
        </p:nvSpPr>
        <p:spPr>
          <a:xfrm>
            <a:off x="10187533" y="1120242"/>
            <a:ext cx="322118" cy="311728"/>
          </a:xfrm>
          <a:prstGeom prst="flowChartConnector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B43DDE68-9D62-ED9F-359C-E4CB0F3192A6}"/>
              </a:ext>
            </a:extLst>
          </p:cNvPr>
          <p:cNvSpPr/>
          <p:nvPr/>
        </p:nvSpPr>
        <p:spPr>
          <a:xfrm>
            <a:off x="7822212" y="1089069"/>
            <a:ext cx="322118" cy="311728"/>
          </a:xfrm>
          <a:prstGeom prst="flowChartConnector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ED2C47-5B4A-423B-E559-471FDED96402}"/>
              </a:ext>
            </a:extLst>
          </p:cNvPr>
          <p:cNvSpPr txBox="1"/>
          <p:nvPr/>
        </p:nvSpPr>
        <p:spPr>
          <a:xfrm>
            <a:off x="894056" y="1021412"/>
            <a:ext cx="10390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INT8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E81259-76C6-7599-23FC-B18A81468959}"/>
              </a:ext>
            </a:extLst>
          </p:cNvPr>
          <p:cNvSpPr txBox="1"/>
          <p:nvPr/>
        </p:nvSpPr>
        <p:spPr>
          <a:xfrm>
            <a:off x="2814722" y="1111827"/>
            <a:ext cx="16898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in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TFLite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(PC)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A6CE1B-3706-77A4-BD6F-CB9D65504F82}"/>
              </a:ext>
            </a:extLst>
          </p:cNvPr>
          <p:cNvSpPr txBox="1"/>
          <p:nvPr/>
        </p:nvSpPr>
        <p:spPr>
          <a:xfrm>
            <a:off x="5356717" y="1089069"/>
            <a:ext cx="19367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in Simulation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Robosuite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361CBC-DD6A-1E54-642B-5F538857405A}"/>
              </a:ext>
            </a:extLst>
          </p:cNvPr>
          <p:cNvSpPr txBox="1"/>
          <p:nvPr/>
        </p:nvSpPr>
        <p:spPr>
          <a:xfrm>
            <a:off x="8170081" y="1111827"/>
            <a:ext cx="1582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&amp; Analysis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7F424F-5D8D-0942-019A-CAA0CDB1A344}"/>
              </a:ext>
            </a:extLst>
          </p:cNvPr>
          <p:cNvSpPr txBox="1"/>
          <p:nvPr/>
        </p:nvSpPr>
        <p:spPr>
          <a:xfrm>
            <a:off x="10602737" y="987133"/>
            <a:ext cx="13685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for Hardware in The Loop 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(Go /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No_go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DD905B6-4D3D-C899-36B5-5090FB0E3C9E}"/>
              </a:ext>
            </a:extLst>
          </p:cNvPr>
          <p:cNvSpPr txBox="1"/>
          <p:nvPr/>
        </p:nvSpPr>
        <p:spPr>
          <a:xfrm>
            <a:off x="566068" y="2648140"/>
            <a:ext cx="16096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INT8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TFLite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(Grasp/Transport)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EFE69A-C4E4-CB41-C2E0-C33F0BC86841}"/>
              </a:ext>
            </a:extLst>
          </p:cNvPr>
          <p:cNvSpPr txBox="1"/>
          <p:nvPr/>
        </p:nvSpPr>
        <p:spPr>
          <a:xfrm>
            <a:off x="2398682" y="2648140"/>
            <a:ext cx="23321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TFLite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(CPU + XNNPACK)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E62CDD-F14D-F5CF-A8DC-1E9E3F2C6894}"/>
              </a:ext>
            </a:extLst>
          </p:cNvPr>
          <p:cNvSpPr txBox="1"/>
          <p:nvPr/>
        </p:nvSpPr>
        <p:spPr>
          <a:xfrm>
            <a:off x="4765934" y="2486364"/>
            <a:ext cx="253325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robosuite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pick place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observations and actions interface as training</a:t>
            </a: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115F3C-D054-E23B-3822-E816BDDE359B}"/>
              </a:ext>
            </a:extLst>
          </p:cNvPr>
          <p:cNvSpPr txBox="1"/>
          <p:nvPr/>
        </p:nvSpPr>
        <p:spPr>
          <a:xfrm>
            <a:off x="7822212" y="2582240"/>
            <a:ext cx="175240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rate (%)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Episode Return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Completion time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reasons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2C4208-00A4-26B8-E1B6-788F78D3E578}"/>
              </a:ext>
            </a:extLst>
          </p:cNvPr>
          <p:cNvSpPr txBox="1"/>
          <p:nvPr/>
        </p:nvSpPr>
        <p:spPr>
          <a:xfrm>
            <a:off x="10187533" y="2648140"/>
            <a:ext cx="14678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 Predefined performance thresholds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9EE5D7-AC7D-2299-CE3A-4E949A147FC6}"/>
              </a:ext>
            </a:extLst>
          </p:cNvPr>
          <p:cNvSpPr txBox="1"/>
          <p:nvPr/>
        </p:nvSpPr>
        <p:spPr>
          <a:xfrm>
            <a:off x="2814722" y="4233642"/>
            <a:ext cx="7526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if the INT8 model meets the thresholds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Proceed to HIL Validation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183FC7D-32D9-AE25-029C-FB7074FF16FE}"/>
              </a:ext>
            </a:extLst>
          </p:cNvPr>
          <p:cNvCxnSpPr>
            <a:cxnSpLocks/>
          </p:cNvCxnSpPr>
          <p:nvPr/>
        </p:nvCxnSpPr>
        <p:spPr>
          <a:xfrm flipV="1">
            <a:off x="1219726" y="3988537"/>
            <a:ext cx="9968934" cy="1194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D788CF1-E1C4-BEFA-8E4D-D27F8C2EE05D}"/>
              </a:ext>
            </a:extLst>
          </p:cNvPr>
          <p:cNvCxnSpPr>
            <a:cxnSpLocks/>
          </p:cNvCxnSpPr>
          <p:nvPr/>
        </p:nvCxnSpPr>
        <p:spPr>
          <a:xfrm>
            <a:off x="11188660" y="3611717"/>
            <a:ext cx="0" cy="37682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39DB50F-6919-439A-33E2-4E26CD4B9B7B}"/>
              </a:ext>
            </a:extLst>
          </p:cNvPr>
          <p:cNvCxnSpPr>
            <a:cxnSpLocks/>
          </p:cNvCxnSpPr>
          <p:nvPr/>
        </p:nvCxnSpPr>
        <p:spPr>
          <a:xfrm>
            <a:off x="1241430" y="3626423"/>
            <a:ext cx="0" cy="37682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2B41659-C8C2-A7DE-0300-6BC340BC9F21}"/>
              </a:ext>
            </a:extLst>
          </p:cNvPr>
          <p:cNvCxnSpPr>
            <a:cxnSpLocks/>
          </p:cNvCxnSpPr>
          <p:nvPr/>
        </p:nvCxnSpPr>
        <p:spPr>
          <a:xfrm>
            <a:off x="8778584" y="3605308"/>
            <a:ext cx="0" cy="37682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B5E1ADF-4E63-894E-329D-93CBBF40AAD4}"/>
              </a:ext>
            </a:extLst>
          </p:cNvPr>
          <p:cNvCxnSpPr>
            <a:cxnSpLocks/>
          </p:cNvCxnSpPr>
          <p:nvPr/>
        </p:nvCxnSpPr>
        <p:spPr>
          <a:xfrm>
            <a:off x="3503829" y="3626423"/>
            <a:ext cx="0" cy="37682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8D374F2-B06C-9C68-21D2-541B579C2830}"/>
              </a:ext>
            </a:extLst>
          </p:cNvPr>
          <p:cNvCxnSpPr>
            <a:cxnSpLocks/>
          </p:cNvCxnSpPr>
          <p:nvPr/>
        </p:nvCxnSpPr>
        <p:spPr>
          <a:xfrm>
            <a:off x="6418428" y="3641754"/>
            <a:ext cx="0" cy="618871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F3229490-CC29-FAB4-FE79-EEFDBEC69A42}"/>
              </a:ext>
            </a:extLst>
          </p:cNvPr>
          <p:cNvSpPr/>
          <p:nvPr/>
        </p:nvSpPr>
        <p:spPr>
          <a:xfrm>
            <a:off x="2193859" y="2147546"/>
            <a:ext cx="176646" cy="209494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F7AF7938-DF1E-2F4C-DB98-C7393A402695}"/>
              </a:ext>
            </a:extLst>
          </p:cNvPr>
          <p:cNvSpPr/>
          <p:nvPr/>
        </p:nvSpPr>
        <p:spPr>
          <a:xfrm>
            <a:off x="7430077" y="2097284"/>
            <a:ext cx="176646" cy="209494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9B677999-BF45-A4E1-F18E-575E6D9DC9CC}"/>
              </a:ext>
            </a:extLst>
          </p:cNvPr>
          <p:cNvSpPr/>
          <p:nvPr/>
        </p:nvSpPr>
        <p:spPr>
          <a:xfrm>
            <a:off x="9937924" y="2108543"/>
            <a:ext cx="176646" cy="209494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Arrow: Right 73">
            <a:extLst>
              <a:ext uri="{FF2B5EF4-FFF2-40B4-BE49-F238E27FC236}">
                <a16:creationId xmlns:a16="http://schemas.microsoft.com/office/drawing/2014/main" id="{F2A7C109-6C84-186B-2491-FA5DCC9107D5}"/>
              </a:ext>
            </a:extLst>
          </p:cNvPr>
          <p:cNvSpPr/>
          <p:nvPr/>
        </p:nvSpPr>
        <p:spPr>
          <a:xfrm>
            <a:off x="4668914" y="2147546"/>
            <a:ext cx="176646" cy="209494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5" name="Picture 74" descr="Document Paper Symbol Vector Icon Illustration Stock Vector (Royalty ...">
            <a:extLst>
              <a:ext uri="{FF2B5EF4-FFF2-40B4-BE49-F238E27FC236}">
                <a16:creationId xmlns:a16="http://schemas.microsoft.com/office/drawing/2014/main" id="{23D0CDEB-E659-9436-AFCD-18B7E039C2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95" t="17661" r="12015" b="19829"/>
          <a:stretch>
            <a:fillRect/>
          </a:stretch>
        </p:blipFill>
        <p:spPr>
          <a:xfrm>
            <a:off x="700193" y="1573807"/>
            <a:ext cx="1039067" cy="1056769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1EDF5536-C99D-18C4-912C-8A9A2AE0939D}"/>
              </a:ext>
            </a:extLst>
          </p:cNvPr>
          <p:cNvSpPr txBox="1"/>
          <p:nvPr/>
        </p:nvSpPr>
        <p:spPr>
          <a:xfrm>
            <a:off x="838364" y="1947106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tflite</a:t>
            </a:r>
            <a:endParaRPr lang="en-US" sz="1200" dirty="0"/>
          </a:p>
        </p:txBody>
      </p:sp>
      <p:pic>
        <p:nvPicPr>
          <p:cNvPr id="78" name="Picture 77" descr="Computer Text Symbol _ Symbols On Keyboard Chart – RYJIWN">
            <a:extLst>
              <a:ext uri="{FF2B5EF4-FFF2-40B4-BE49-F238E27FC236}">
                <a16:creationId xmlns:a16="http://schemas.microsoft.com/office/drawing/2014/main" id="{F9B06AC1-075D-16CB-3384-D74E5B0AD9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53" t="14617" r="8086" b="17352"/>
          <a:stretch>
            <a:fillRect/>
          </a:stretch>
        </p:blipFill>
        <p:spPr>
          <a:xfrm>
            <a:off x="2674798" y="1544298"/>
            <a:ext cx="1689822" cy="1099891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BC76F9B1-DF94-5084-7851-879B41165FB2}"/>
              </a:ext>
            </a:extLst>
          </p:cNvPr>
          <p:cNvSpPr txBox="1"/>
          <p:nvPr/>
        </p:nvSpPr>
        <p:spPr>
          <a:xfrm>
            <a:off x="2923201" y="1796563"/>
            <a:ext cx="10759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lite</a:t>
            </a:r>
          </a:p>
        </p:txBody>
      </p:sp>
      <p:pic>
        <p:nvPicPr>
          <p:cNvPr id="82" name="Picture 81" descr="Robotic Arm Icon Vector Sign and Symbol Isolated on White Background ...">
            <a:extLst>
              <a:ext uri="{FF2B5EF4-FFF2-40B4-BE49-F238E27FC236}">
                <a16:creationId xmlns:a16="http://schemas.microsoft.com/office/drawing/2014/main" id="{43E53DB2-0FDE-0142-A6F8-2E5259D5ED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660" t="9999" r="19593" b="17475"/>
          <a:stretch>
            <a:fillRect/>
          </a:stretch>
        </p:blipFill>
        <p:spPr>
          <a:xfrm>
            <a:off x="5568400" y="1611019"/>
            <a:ext cx="711094" cy="911724"/>
          </a:xfrm>
          <a:prstGeom prst="rect">
            <a:avLst/>
          </a:prstGeom>
        </p:spPr>
      </p:pic>
      <p:pic>
        <p:nvPicPr>
          <p:cNvPr id="84" name="Picture 83" descr="Bucket symbol Icon - Download free icons">
            <a:extLst>
              <a:ext uri="{FF2B5EF4-FFF2-40B4-BE49-F238E27FC236}">
                <a16:creationId xmlns:a16="http://schemas.microsoft.com/office/drawing/2014/main" id="{6EDDFC48-CE9E-86D0-D609-4A59B27CEC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8281"/>
          <a:stretch>
            <a:fillRect/>
          </a:stretch>
        </p:blipFill>
        <p:spPr>
          <a:xfrm rot="10800000" flipV="1">
            <a:off x="6204193" y="2209003"/>
            <a:ext cx="479713" cy="296073"/>
          </a:xfrm>
          <a:prstGeom prst="rect">
            <a:avLst/>
          </a:prstGeom>
        </p:spPr>
      </p:pic>
      <p:sp>
        <p:nvSpPr>
          <p:cNvPr id="85" name="Rectangle 84">
            <a:extLst>
              <a:ext uri="{FF2B5EF4-FFF2-40B4-BE49-F238E27FC236}">
                <a16:creationId xmlns:a16="http://schemas.microsoft.com/office/drawing/2014/main" id="{7DC822FA-93A8-1F12-AFCE-CB1839470BCF}"/>
              </a:ext>
            </a:extLst>
          </p:cNvPr>
          <p:cNvSpPr/>
          <p:nvPr/>
        </p:nvSpPr>
        <p:spPr>
          <a:xfrm>
            <a:off x="6418428" y="2147337"/>
            <a:ext cx="51242" cy="6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Flowchart: Connector 88">
            <a:extLst>
              <a:ext uri="{FF2B5EF4-FFF2-40B4-BE49-F238E27FC236}">
                <a16:creationId xmlns:a16="http://schemas.microsoft.com/office/drawing/2014/main" id="{3BB3D742-4D51-565F-A1F5-456718812BBD}"/>
              </a:ext>
            </a:extLst>
          </p:cNvPr>
          <p:cNvSpPr/>
          <p:nvPr/>
        </p:nvSpPr>
        <p:spPr>
          <a:xfrm>
            <a:off x="10709565" y="2022738"/>
            <a:ext cx="586104" cy="593710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1" name="Picture 90" descr="Ok PNG Transparent Images | PNG All">
            <a:extLst>
              <a:ext uri="{FF2B5EF4-FFF2-40B4-BE49-F238E27FC236}">
                <a16:creationId xmlns:a16="http://schemas.microsoft.com/office/drawing/2014/main" id="{FF22500B-A988-1FFC-D28C-7CE0FDC455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5429" y="2145923"/>
            <a:ext cx="376820" cy="376820"/>
          </a:xfrm>
          <a:prstGeom prst="rect">
            <a:avLst/>
          </a:prstGeom>
        </p:spPr>
      </p:pic>
      <p:pic>
        <p:nvPicPr>
          <p:cNvPr id="4" name="Graphic 3" descr="Bar chart with solid fill">
            <a:extLst>
              <a:ext uri="{FF2B5EF4-FFF2-40B4-BE49-F238E27FC236}">
                <a16:creationId xmlns:a16="http://schemas.microsoft.com/office/drawing/2014/main" id="{E9E1CC6E-70B9-BA05-3F3D-1B287FE643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09398" y="1615489"/>
            <a:ext cx="1031781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132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102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Homayra Mobesshira Hemu</dc:creator>
  <cp:lastModifiedBy>Homayra Mobesshira Hemu</cp:lastModifiedBy>
  <cp:revision>4</cp:revision>
  <dcterms:created xsi:type="dcterms:W3CDTF">2026-07-09T05:08:23Z</dcterms:created>
  <dcterms:modified xsi:type="dcterms:W3CDTF">2026-07-09T11:16:20Z</dcterms:modified>
</cp:coreProperties>
</file>