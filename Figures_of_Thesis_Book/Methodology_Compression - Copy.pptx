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00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4BD26-6AA7-2C43-C874-61E87B8D6F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197153-1A10-4366-9E3E-D62F920560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56E8FC-9B93-C8BF-9FFA-7D39B0485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7180-34DB-441E-B241-437AFEBAD5D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F58AEF-2ED0-1034-DF09-68E3716E9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EBFEDA-A427-3A74-FB70-05C9B8F45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1446-404D-4B1A-A4D7-3CBD06443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246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8CA5F5-E94D-5201-5DAF-2EAE5596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730C7-F2EE-FEEC-0CFB-5A71899573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80791B-B906-C6EE-37FC-A32D77C23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7180-34DB-441E-B241-437AFEBAD5D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D2641-F47C-07B0-8CE8-0A979500F9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0B8B84-61A6-F5D3-33A4-69C57F1CB1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1446-404D-4B1A-A4D7-3CBD06443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971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24C23-B1A5-B4E1-B074-839ECB98C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97FB8B-3D67-108E-702E-16A4A43FFA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372D2-E2FE-EBFF-22B5-9FD33B3B60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7180-34DB-441E-B241-437AFEBAD5D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CCA48B-03C7-B064-413A-52F3E35A8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BD46F5-1FC2-0888-A268-83540A805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1446-404D-4B1A-A4D7-3CBD06443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026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8ADAD-98E6-4CDA-09BC-36149CF51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40343-1B25-CF9D-9929-642966B569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EDCEBA-4CC6-9F67-0525-E9864FB6F2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245584-8B41-4F68-D966-72A20277B0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7180-34DB-441E-B241-437AFEBAD5D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0F2E09-B09A-78EA-CD27-BDD73CD9B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B1A356-3DBB-24D3-CB1B-6CF1CED61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1446-404D-4B1A-A4D7-3CBD06443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856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AA9F2-0E7C-9A8B-DB30-41AD04485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DE8972-0751-0303-01AB-BFBDA5CE92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F9ABC0-4DAB-ED3B-D808-E5C1F4466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0A9375-C58A-2803-8695-38DDF3C111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D12B3-64EB-FDE6-D20B-5B549D79799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4DC399-753C-DA64-FC0B-3934DCE4C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7180-34DB-441E-B241-437AFEBAD5D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624C5B-1127-9527-C52D-BE24E7F1C7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605299A-1790-BB83-6D45-8C71B27CE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1446-404D-4B1A-A4D7-3CBD06443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247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29212-7ABD-BD57-C7E5-2BB06EF5D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D5B626-72EC-B81E-71BC-90C8A05A3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7180-34DB-441E-B241-437AFEBAD5D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7E195F2-251E-67E2-4F18-6AD6BA7F6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21D595-5285-5BA9-92B7-7B79C447F9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1446-404D-4B1A-A4D7-3CBD06443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3765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9F50B8-7FE8-B6CF-8B1E-B80619179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7180-34DB-441E-B241-437AFEBAD5D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6B5B06-2C13-257F-0FD4-99B52C46A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B6DB3B-BB8B-D9D9-81C5-43EBEF665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1446-404D-4B1A-A4D7-3CBD06443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2603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06D88-AC61-3AC6-9800-757494639D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BA0F4-29E2-B03C-AE04-D033AD5A38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4141D-E9B0-D686-3A77-63E24BB169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67C55-D325-67F4-89EA-F27B2F33FA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7180-34DB-441E-B241-437AFEBAD5D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5C0A5F-BFC8-46D2-E2F5-A1C1CA2D6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E97938-5CAD-45AB-48E2-7BD47DC9D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1446-404D-4B1A-A4D7-3CBD06443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2796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F4BC1-A8C5-972D-29BD-31293D8E5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42CB252-BF00-4858-93D3-4BC67D2671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590661-D75B-F534-F9DA-6649A81EA5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6B80A4-CC52-13DC-A2B2-A1A4B88B1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7180-34DB-441E-B241-437AFEBAD5D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781E9B-C1CD-3A5C-50B2-5B5EC1D92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3EF7EF-D9FB-2A65-DB76-F0243F9DF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1446-404D-4B1A-A4D7-3CBD06443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603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1B456-F1D4-237D-2774-9B6158DD3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FDE53C-8D04-485A-D35A-CDC8298882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95F3B-E6AD-DC08-45E2-F2C7F3DF3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7180-34DB-441E-B241-437AFEBAD5D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AA795-F8F0-5025-325E-E5DA3F5DB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AFE5E4-71E0-364E-D13E-622A1969A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1446-404D-4B1A-A4D7-3CBD06443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419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29934D-E8AA-DB9C-B6D8-7E3FD356C0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C266B25-0F46-EC2D-052D-72834061B6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272087-D325-4E16-9627-7739BA8AA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707180-34DB-441E-B241-437AFEBAD5D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08BE2-0D17-AC14-EFF9-7E08349F2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39E91-06B0-BB69-E7EC-40931D4BB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301446-404D-4B1A-A4D7-3CBD06443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254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045E77D-4E69-5C4A-61C2-D81172A2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FB7DC-58AA-26A9-28D8-D1040ED53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D7EF6D-84EC-28A7-1502-E903CB50CB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707180-34DB-441E-B241-437AFEBAD5D8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1814F9-FD33-0127-2FDF-B3948FFC12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49FB3-B7E6-3A1F-AE2E-B6E812522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301446-404D-4B1A-A4D7-3CBD06443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07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CE8C899-C8DC-09AD-7918-8CAED379AC28}"/>
              </a:ext>
            </a:extLst>
          </p:cNvPr>
          <p:cNvSpPr/>
          <p:nvPr/>
        </p:nvSpPr>
        <p:spPr>
          <a:xfrm>
            <a:off x="159888" y="570586"/>
            <a:ext cx="1995034" cy="2195945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D01930A-8D42-2C5A-44ED-EC54ACE7CB9F}"/>
              </a:ext>
            </a:extLst>
          </p:cNvPr>
          <p:cNvSpPr/>
          <p:nvPr/>
        </p:nvSpPr>
        <p:spPr>
          <a:xfrm>
            <a:off x="2774368" y="564573"/>
            <a:ext cx="2989119" cy="2163157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2409267-0E29-D959-E6EA-7F22A15D1E32}"/>
              </a:ext>
            </a:extLst>
          </p:cNvPr>
          <p:cNvSpPr/>
          <p:nvPr/>
        </p:nvSpPr>
        <p:spPr>
          <a:xfrm>
            <a:off x="6896210" y="564572"/>
            <a:ext cx="2694139" cy="2864428"/>
          </a:xfrm>
          <a:prstGeom prst="roundRect">
            <a:avLst/>
          </a:prstGeom>
          <a:noFill/>
          <a:ln w="28575"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C105EB5-9F9C-78AC-06CE-1AD34E58FE1F}"/>
              </a:ext>
            </a:extLst>
          </p:cNvPr>
          <p:cNvSpPr/>
          <p:nvPr/>
        </p:nvSpPr>
        <p:spPr>
          <a:xfrm>
            <a:off x="8551721" y="4152038"/>
            <a:ext cx="3535219" cy="2355746"/>
          </a:xfrm>
          <a:prstGeom prst="roundRect">
            <a:avLst/>
          </a:prstGeom>
          <a:noFill/>
          <a:ln w="28575"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79F2C94-25D1-F3BB-D288-15E88A8C3161}"/>
              </a:ext>
            </a:extLst>
          </p:cNvPr>
          <p:cNvSpPr/>
          <p:nvPr/>
        </p:nvSpPr>
        <p:spPr>
          <a:xfrm>
            <a:off x="3511919" y="4210651"/>
            <a:ext cx="3394552" cy="1676400"/>
          </a:xfrm>
          <a:prstGeom prst="round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B68FE86-8165-1755-C10A-9C17F13F0B6B}"/>
              </a:ext>
            </a:extLst>
          </p:cNvPr>
          <p:cNvSpPr/>
          <p:nvPr/>
        </p:nvSpPr>
        <p:spPr>
          <a:xfrm>
            <a:off x="1209986" y="3393540"/>
            <a:ext cx="2028287" cy="1278082"/>
          </a:xfrm>
          <a:prstGeom prst="roundRect">
            <a:avLst/>
          </a:prstGeom>
          <a:noFill/>
          <a:ln w="28575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3A77B6A-DD35-28EA-D126-3E0E1D9C577D}"/>
              </a:ext>
            </a:extLst>
          </p:cNvPr>
          <p:cNvSpPr txBox="1"/>
          <p:nvPr/>
        </p:nvSpPr>
        <p:spPr>
          <a:xfrm>
            <a:off x="324445" y="729118"/>
            <a:ext cx="200139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Actor Network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(64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anose="05000000000000000000" pitchFamily="2" charset="2"/>
              </a:rPr>
              <a:t> 32 MLP)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FP32 weights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4431214-CDE0-7A19-706B-DB08806568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09"/>
          <a:stretch>
            <a:fillRect/>
          </a:stretch>
        </p:blipFill>
        <p:spPr>
          <a:xfrm>
            <a:off x="366859" y="1524725"/>
            <a:ext cx="1824470" cy="1110536"/>
          </a:xfrm>
          <a:prstGeom prst="rect">
            <a:avLst/>
          </a:prstGeom>
        </p:spPr>
      </p:pic>
      <p:sp>
        <p:nvSpPr>
          <p:cNvPr id="21" name="Oval 20">
            <a:extLst>
              <a:ext uri="{FF2B5EF4-FFF2-40B4-BE49-F238E27FC236}">
                <a16:creationId xmlns:a16="http://schemas.microsoft.com/office/drawing/2014/main" id="{51FB74A6-6B0F-507F-81A9-92701D350C82}"/>
              </a:ext>
            </a:extLst>
          </p:cNvPr>
          <p:cNvSpPr/>
          <p:nvPr/>
        </p:nvSpPr>
        <p:spPr>
          <a:xfrm>
            <a:off x="149812" y="1878718"/>
            <a:ext cx="457198" cy="323274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264195-FEB5-AB58-E849-592D0914EF79}"/>
              </a:ext>
            </a:extLst>
          </p:cNvPr>
          <p:cNvSpPr txBox="1"/>
          <p:nvPr/>
        </p:nvSpPr>
        <p:spPr>
          <a:xfrm>
            <a:off x="374046" y="1725459"/>
            <a:ext cx="26843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/>
              <a:t>:</a:t>
            </a:r>
          </a:p>
          <a:p>
            <a:r>
              <a:rPr lang="en-US" sz="1600" b="1" dirty="0"/>
              <a:t>: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E9C1626-9274-D922-376F-AC187956CF9B}"/>
              </a:ext>
            </a:extLst>
          </p:cNvPr>
          <p:cNvSpPr txBox="1"/>
          <p:nvPr/>
        </p:nvSpPr>
        <p:spPr>
          <a:xfrm>
            <a:off x="3099948" y="725545"/>
            <a:ext cx="20074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Fake-Quantization(FQ) In the Graph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25700BB-6A67-D7AC-6C54-E315D84F7E97}"/>
              </a:ext>
            </a:extLst>
          </p:cNvPr>
          <p:cNvSpPr txBox="1"/>
          <p:nvPr/>
        </p:nvSpPr>
        <p:spPr>
          <a:xfrm>
            <a:off x="6948055" y="4228617"/>
            <a:ext cx="1522263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 tuning with quantization error in the loop so weights adapt to it  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5AA5171-7230-8DC5-ED3D-DA15B298B1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409"/>
          <a:stretch>
            <a:fillRect/>
          </a:stretch>
        </p:blipFill>
        <p:spPr>
          <a:xfrm>
            <a:off x="3812770" y="1428981"/>
            <a:ext cx="1002879" cy="698780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51A40F3-28B4-2813-632C-C35B1F098E1C}"/>
              </a:ext>
            </a:extLst>
          </p:cNvPr>
          <p:cNvSpPr txBox="1"/>
          <p:nvPr/>
        </p:nvSpPr>
        <p:spPr>
          <a:xfrm>
            <a:off x="3464499" y="1486887"/>
            <a:ext cx="360218" cy="27699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FQ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37AE170-7428-84E5-4A66-35104676B6B6}"/>
              </a:ext>
            </a:extLst>
          </p:cNvPr>
          <p:cNvSpPr txBox="1"/>
          <p:nvPr/>
        </p:nvSpPr>
        <p:spPr>
          <a:xfrm>
            <a:off x="4757266" y="1608984"/>
            <a:ext cx="360218" cy="27699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FQ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665FEF-7FB0-65C2-7F86-4D0EF6EC3B09}"/>
              </a:ext>
            </a:extLst>
          </p:cNvPr>
          <p:cNvSpPr txBox="1"/>
          <p:nvPr/>
        </p:nvSpPr>
        <p:spPr>
          <a:xfrm>
            <a:off x="5306291" y="1652212"/>
            <a:ext cx="360218" cy="27699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FQ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B7D6F57-B1A9-17B2-5897-D93ACCFF673F}"/>
              </a:ext>
            </a:extLst>
          </p:cNvPr>
          <p:cNvSpPr txBox="1"/>
          <p:nvPr/>
        </p:nvSpPr>
        <p:spPr>
          <a:xfrm>
            <a:off x="2928500" y="1844142"/>
            <a:ext cx="360218" cy="27699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FQ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05DEACE5-AD97-5F01-E630-D48C92B6EADB}"/>
              </a:ext>
            </a:extLst>
          </p:cNvPr>
          <p:cNvSpPr txBox="1"/>
          <p:nvPr/>
        </p:nvSpPr>
        <p:spPr>
          <a:xfrm>
            <a:off x="2915948" y="1346399"/>
            <a:ext cx="360218" cy="276999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200" dirty="0"/>
              <a:t>FQ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21114EA-A217-0D39-FCC3-CC8E4D858B7A}"/>
              </a:ext>
            </a:extLst>
          </p:cNvPr>
          <p:cNvSpPr txBox="1"/>
          <p:nvPr/>
        </p:nvSpPr>
        <p:spPr>
          <a:xfrm>
            <a:off x="2970599" y="1524725"/>
            <a:ext cx="247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: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B11037A-8CB6-F80F-EEDD-C403CA90EFF5}"/>
              </a:ext>
            </a:extLst>
          </p:cNvPr>
          <p:cNvCxnSpPr>
            <a:cxnSpLocks/>
          </p:cNvCxnSpPr>
          <p:nvPr/>
        </p:nvCxnSpPr>
        <p:spPr>
          <a:xfrm>
            <a:off x="3287205" y="1496291"/>
            <a:ext cx="166254" cy="944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1E3C1B35-4363-2B55-00C9-319E04A6A69B}"/>
              </a:ext>
            </a:extLst>
          </p:cNvPr>
          <p:cNvCxnSpPr>
            <a:cxnSpLocks/>
          </p:cNvCxnSpPr>
          <p:nvPr/>
        </p:nvCxnSpPr>
        <p:spPr>
          <a:xfrm>
            <a:off x="5115788" y="1725460"/>
            <a:ext cx="166254" cy="9449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E7618113-61D9-2849-AAD2-C442AC35C218}"/>
              </a:ext>
            </a:extLst>
          </p:cNvPr>
          <p:cNvSpPr txBox="1"/>
          <p:nvPr/>
        </p:nvSpPr>
        <p:spPr>
          <a:xfrm rot="10800000" flipV="1">
            <a:off x="7193510" y="725545"/>
            <a:ext cx="20763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Quantization weights and Activations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F856EC62-8151-683F-8B4B-632E2D2FCA27}"/>
              </a:ext>
            </a:extLst>
          </p:cNvPr>
          <p:cNvSpPr/>
          <p:nvPr/>
        </p:nvSpPr>
        <p:spPr>
          <a:xfrm>
            <a:off x="7050751" y="1597219"/>
            <a:ext cx="628807" cy="677109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F3DC9C76-9F65-BC7B-CCFF-E2D476979E62}"/>
              </a:ext>
            </a:extLst>
          </p:cNvPr>
          <p:cNvCxnSpPr>
            <a:cxnSpLocks/>
          </p:cNvCxnSpPr>
          <p:nvPr/>
        </p:nvCxnSpPr>
        <p:spPr>
          <a:xfrm>
            <a:off x="7352686" y="1580437"/>
            <a:ext cx="0" cy="6938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4F58CE95-4E6E-ED43-2C21-77A810FCF6B7}"/>
              </a:ext>
            </a:extLst>
          </p:cNvPr>
          <p:cNvCxnSpPr>
            <a:cxnSpLocks/>
          </p:cNvCxnSpPr>
          <p:nvPr/>
        </p:nvCxnSpPr>
        <p:spPr>
          <a:xfrm>
            <a:off x="7205132" y="1608282"/>
            <a:ext cx="0" cy="6938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029FF3C4-3AE6-4480-896A-D321505408B4}"/>
              </a:ext>
            </a:extLst>
          </p:cNvPr>
          <p:cNvCxnSpPr>
            <a:cxnSpLocks/>
          </p:cNvCxnSpPr>
          <p:nvPr/>
        </p:nvCxnSpPr>
        <p:spPr>
          <a:xfrm>
            <a:off x="7523786" y="1580437"/>
            <a:ext cx="0" cy="6938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272AE603-A4DD-B3F9-88CE-1C05E84CE1B6}"/>
              </a:ext>
            </a:extLst>
          </p:cNvPr>
          <p:cNvCxnSpPr>
            <a:cxnSpLocks/>
          </p:cNvCxnSpPr>
          <p:nvPr/>
        </p:nvCxnSpPr>
        <p:spPr>
          <a:xfrm>
            <a:off x="7050751" y="1763184"/>
            <a:ext cx="64352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062FCE97-337A-BEF6-12FF-B63B2FEF2BA4}"/>
              </a:ext>
            </a:extLst>
          </p:cNvPr>
          <p:cNvCxnSpPr>
            <a:cxnSpLocks/>
          </p:cNvCxnSpPr>
          <p:nvPr/>
        </p:nvCxnSpPr>
        <p:spPr>
          <a:xfrm>
            <a:off x="7050751" y="1927382"/>
            <a:ext cx="64352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>
            <a:extLst>
              <a:ext uri="{FF2B5EF4-FFF2-40B4-BE49-F238E27FC236}">
                <a16:creationId xmlns:a16="http://schemas.microsoft.com/office/drawing/2014/main" id="{118805C7-CE09-17C5-DD55-717C832878B4}"/>
              </a:ext>
            </a:extLst>
          </p:cNvPr>
          <p:cNvCxnSpPr>
            <a:cxnSpLocks/>
          </p:cNvCxnSpPr>
          <p:nvPr/>
        </p:nvCxnSpPr>
        <p:spPr>
          <a:xfrm>
            <a:off x="7050751" y="2120439"/>
            <a:ext cx="64352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Rectangle 66">
            <a:extLst>
              <a:ext uri="{FF2B5EF4-FFF2-40B4-BE49-F238E27FC236}">
                <a16:creationId xmlns:a16="http://schemas.microsoft.com/office/drawing/2014/main" id="{A74236A4-8C3B-1D7C-190F-6BACFAB2AFCD}"/>
              </a:ext>
            </a:extLst>
          </p:cNvPr>
          <p:cNvSpPr/>
          <p:nvPr/>
        </p:nvSpPr>
        <p:spPr>
          <a:xfrm>
            <a:off x="8400246" y="1594535"/>
            <a:ext cx="628807" cy="677109"/>
          </a:xfrm>
          <a:prstGeom prst="rect">
            <a:avLst/>
          </a:prstGeom>
          <a:noFill/>
          <a:ln w="28575">
            <a:solidFill>
              <a:schemeClr val="bg2">
                <a:lumMod val="1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8" name="Straight Connector 67">
            <a:extLst>
              <a:ext uri="{FF2B5EF4-FFF2-40B4-BE49-F238E27FC236}">
                <a16:creationId xmlns:a16="http://schemas.microsoft.com/office/drawing/2014/main" id="{BB5C0BF9-5FB6-102A-5162-D8BBF16E4F61}"/>
              </a:ext>
            </a:extLst>
          </p:cNvPr>
          <p:cNvCxnSpPr>
            <a:cxnSpLocks/>
          </p:cNvCxnSpPr>
          <p:nvPr/>
        </p:nvCxnSpPr>
        <p:spPr>
          <a:xfrm>
            <a:off x="8702181" y="1577753"/>
            <a:ext cx="0" cy="6938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4682DA98-A61F-2310-6FF6-F5BFC310E19E}"/>
              </a:ext>
            </a:extLst>
          </p:cNvPr>
          <p:cNvCxnSpPr>
            <a:cxnSpLocks/>
          </p:cNvCxnSpPr>
          <p:nvPr/>
        </p:nvCxnSpPr>
        <p:spPr>
          <a:xfrm>
            <a:off x="8554627" y="1605598"/>
            <a:ext cx="0" cy="6938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1B7596CF-4969-3B3B-661C-18D3E67FCFA0}"/>
              </a:ext>
            </a:extLst>
          </p:cNvPr>
          <p:cNvCxnSpPr>
            <a:cxnSpLocks/>
          </p:cNvCxnSpPr>
          <p:nvPr/>
        </p:nvCxnSpPr>
        <p:spPr>
          <a:xfrm>
            <a:off x="8873281" y="1577753"/>
            <a:ext cx="0" cy="693891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>
            <a:extLst>
              <a:ext uri="{FF2B5EF4-FFF2-40B4-BE49-F238E27FC236}">
                <a16:creationId xmlns:a16="http://schemas.microsoft.com/office/drawing/2014/main" id="{17CC0B4C-64A0-BDA7-1418-EF3536720F32}"/>
              </a:ext>
            </a:extLst>
          </p:cNvPr>
          <p:cNvCxnSpPr>
            <a:cxnSpLocks/>
          </p:cNvCxnSpPr>
          <p:nvPr/>
        </p:nvCxnSpPr>
        <p:spPr>
          <a:xfrm>
            <a:off x="8400246" y="1760500"/>
            <a:ext cx="64352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64EE5C6-3D52-04D0-A8EF-E7E0DB65DAC9}"/>
              </a:ext>
            </a:extLst>
          </p:cNvPr>
          <p:cNvCxnSpPr>
            <a:cxnSpLocks/>
          </p:cNvCxnSpPr>
          <p:nvPr/>
        </p:nvCxnSpPr>
        <p:spPr>
          <a:xfrm>
            <a:off x="8400246" y="1924698"/>
            <a:ext cx="64352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>
            <a:extLst>
              <a:ext uri="{FF2B5EF4-FFF2-40B4-BE49-F238E27FC236}">
                <a16:creationId xmlns:a16="http://schemas.microsoft.com/office/drawing/2014/main" id="{CD4E7662-698E-FB6F-137B-DD5A4441AA1D}"/>
              </a:ext>
            </a:extLst>
          </p:cNvPr>
          <p:cNvCxnSpPr>
            <a:cxnSpLocks/>
          </p:cNvCxnSpPr>
          <p:nvPr/>
        </p:nvCxnSpPr>
        <p:spPr>
          <a:xfrm>
            <a:off x="8400246" y="2117755"/>
            <a:ext cx="64352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F4C107AD-D968-3959-1588-D66EE9C126F9}"/>
              </a:ext>
            </a:extLst>
          </p:cNvPr>
          <p:cNvSpPr txBox="1"/>
          <p:nvPr/>
        </p:nvSpPr>
        <p:spPr>
          <a:xfrm>
            <a:off x="6896210" y="2381395"/>
            <a:ext cx="12551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INT8 Weights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1DF107D0-C4FD-AB2D-0D92-41A2AF574C4E}"/>
              </a:ext>
            </a:extLst>
          </p:cNvPr>
          <p:cNvSpPr txBox="1"/>
          <p:nvPr/>
        </p:nvSpPr>
        <p:spPr>
          <a:xfrm>
            <a:off x="8169262" y="2392004"/>
            <a:ext cx="14972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INT8 Activations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0628B60-719F-83A5-213A-9117D2AF0747}"/>
              </a:ext>
            </a:extLst>
          </p:cNvPr>
          <p:cNvSpPr txBox="1"/>
          <p:nvPr/>
        </p:nvSpPr>
        <p:spPr>
          <a:xfrm>
            <a:off x="6953143" y="2706969"/>
            <a:ext cx="2557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QAT Conditions the Weights </a:t>
            </a:r>
          </a:p>
          <a:p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The accuracy loss is minimal 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4B025B1D-FAE0-27D9-F767-512EE962B93A}"/>
              </a:ext>
            </a:extLst>
          </p:cNvPr>
          <p:cNvSpPr txBox="1"/>
          <p:nvPr/>
        </p:nvSpPr>
        <p:spPr>
          <a:xfrm>
            <a:off x="1254370" y="3432416"/>
            <a:ext cx="23219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Critics( Training Only )</a:t>
            </a:r>
          </a:p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 not quantized and never leave the training Machine</a:t>
            </a:r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E7E0F63-621C-1061-FCBD-2216313D9A46}"/>
              </a:ext>
            </a:extLst>
          </p:cNvPr>
          <p:cNvCxnSpPr>
            <a:cxnSpLocks/>
          </p:cNvCxnSpPr>
          <p:nvPr/>
        </p:nvCxnSpPr>
        <p:spPr>
          <a:xfrm>
            <a:off x="4391889" y="2766531"/>
            <a:ext cx="0" cy="334529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A6D83C03-1169-D549-FC20-F60F0716428A}"/>
              </a:ext>
            </a:extLst>
          </p:cNvPr>
          <p:cNvSpPr txBox="1"/>
          <p:nvPr/>
        </p:nvSpPr>
        <p:spPr>
          <a:xfrm>
            <a:off x="3798832" y="4208867"/>
            <a:ext cx="33904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Calibration Data (From Training)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6839FA5D-1DE3-8C79-C4DD-CB17C2F8BFC2}"/>
              </a:ext>
            </a:extLst>
          </p:cNvPr>
          <p:cNvSpPr txBox="1"/>
          <p:nvPr/>
        </p:nvSpPr>
        <p:spPr>
          <a:xfrm>
            <a:off x="3636350" y="5101331"/>
            <a:ext cx="1987532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Replay Buffer</a:t>
            </a:r>
          </a:p>
          <a:p>
            <a:r>
              <a:rPr 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(State seen during Training)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91156BBA-F14D-A2AF-27C3-4769C700A8E1}"/>
              </a:ext>
            </a:extLst>
          </p:cNvPr>
          <p:cNvSpPr txBox="1"/>
          <p:nvPr/>
        </p:nvSpPr>
        <p:spPr>
          <a:xfrm>
            <a:off x="5464784" y="5088612"/>
            <a:ext cx="168317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Uniform random states(fallback)</a:t>
            </a:r>
          </a:p>
        </p:txBody>
      </p:sp>
      <p:sp>
        <p:nvSpPr>
          <p:cNvPr id="89" name="Plus Sign 88">
            <a:extLst>
              <a:ext uri="{FF2B5EF4-FFF2-40B4-BE49-F238E27FC236}">
                <a16:creationId xmlns:a16="http://schemas.microsoft.com/office/drawing/2014/main" id="{BCF1FEE2-80AB-72DF-1BA9-A327F8640243}"/>
              </a:ext>
            </a:extLst>
          </p:cNvPr>
          <p:cNvSpPr/>
          <p:nvPr/>
        </p:nvSpPr>
        <p:spPr>
          <a:xfrm>
            <a:off x="5184378" y="4775605"/>
            <a:ext cx="340982" cy="236800"/>
          </a:xfrm>
          <a:prstGeom prst="mathPlus">
            <a:avLst>
              <a:gd name="adj1" fmla="val 1281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FE9C825C-A701-5EC1-CD7F-B7A7F497D2E4}"/>
              </a:ext>
            </a:extLst>
          </p:cNvPr>
          <p:cNvSpPr/>
          <p:nvPr/>
        </p:nvSpPr>
        <p:spPr>
          <a:xfrm>
            <a:off x="3791609" y="4826245"/>
            <a:ext cx="880674" cy="3442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98D46955-F3D8-A682-9026-E8B0268ECF7A}"/>
              </a:ext>
            </a:extLst>
          </p:cNvPr>
          <p:cNvSpPr/>
          <p:nvPr/>
        </p:nvSpPr>
        <p:spPr>
          <a:xfrm>
            <a:off x="3798832" y="4759558"/>
            <a:ext cx="889215" cy="3442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C31F2C94-6A5C-8255-DD1C-1CCFB2BAB91F}"/>
              </a:ext>
            </a:extLst>
          </p:cNvPr>
          <p:cNvSpPr/>
          <p:nvPr/>
        </p:nvSpPr>
        <p:spPr>
          <a:xfrm>
            <a:off x="3779444" y="4680654"/>
            <a:ext cx="906038" cy="344295"/>
          </a:xfrm>
          <a:prstGeom prst="ellipse">
            <a:avLst/>
          </a:prstGeom>
          <a:solidFill>
            <a:schemeClr val="tx1">
              <a:lumMod val="65000"/>
              <a:lumOff val="3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348E538F-D72B-206B-7733-F88CC6F22DD4}"/>
              </a:ext>
            </a:extLst>
          </p:cNvPr>
          <p:cNvSpPr/>
          <p:nvPr/>
        </p:nvSpPr>
        <p:spPr>
          <a:xfrm>
            <a:off x="3778894" y="4617015"/>
            <a:ext cx="893389" cy="344295"/>
          </a:xfrm>
          <a:prstGeom prst="ellipse">
            <a:avLst/>
          </a:prstGeom>
          <a:solidFill>
            <a:schemeClr val="bg2">
              <a:lumMod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FB8259CF-83C8-31AE-4EE6-2AA684E82184}"/>
              </a:ext>
            </a:extLst>
          </p:cNvPr>
          <p:cNvCxnSpPr>
            <a:cxnSpLocks/>
          </p:cNvCxnSpPr>
          <p:nvPr/>
        </p:nvCxnSpPr>
        <p:spPr>
          <a:xfrm>
            <a:off x="7795012" y="1996786"/>
            <a:ext cx="50847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4275B782-F034-062B-CDD4-725F4275142F}"/>
              </a:ext>
            </a:extLst>
          </p:cNvPr>
          <p:cNvSpPr txBox="1"/>
          <p:nvPr/>
        </p:nvSpPr>
        <p:spPr>
          <a:xfrm>
            <a:off x="3370332" y="5975977"/>
            <a:ext cx="391390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Calibrated on the states the policy actually visits 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60A76510-020E-9047-A404-4625BCF2B4AF}"/>
              </a:ext>
            </a:extLst>
          </p:cNvPr>
          <p:cNvSpPr txBox="1"/>
          <p:nvPr/>
        </p:nvSpPr>
        <p:spPr>
          <a:xfrm>
            <a:off x="9301803" y="4217687"/>
            <a:ext cx="14654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Conversion Path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E0736C1E-2E32-9D45-3944-470814BEEBEF}"/>
              </a:ext>
            </a:extLst>
          </p:cNvPr>
          <p:cNvSpPr txBox="1"/>
          <p:nvPr/>
        </p:nvSpPr>
        <p:spPr>
          <a:xfrm>
            <a:off x="8572289" y="5236156"/>
            <a:ext cx="13528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PT2E export </a:t>
            </a:r>
          </a:p>
        </p:txBody>
      </p:sp>
      <p:pic>
        <p:nvPicPr>
          <p:cNvPr id="108" name="Picture 107">
            <a:extLst>
              <a:ext uri="{FF2B5EF4-FFF2-40B4-BE49-F238E27FC236}">
                <a16:creationId xmlns:a16="http://schemas.microsoft.com/office/drawing/2014/main" id="{41305CB5-5B99-DB00-9303-583F298DF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6282" y="4577952"/>
            <a:ext cx="607370" cy="739204"/>
          </a:xfrm>
          <a:prstGeom prst="rect">
            <a:avLst/>
          </a:prstGeom>
        </p:spPr>
      </p:pic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2ABDABAE-C19E-5144-0B63-B71363F17BFF}"/>
              </a:ext>
            </a:extLst>
          </p:cNvPr>
          <p:cNvCxnSpPr>
            <a:cxnSpLocks/>
          </p:cNvCxnSpPr>
          <p:nvPr/>
        </p:nvCxnSpPr>
        <p:spPr>
          <a:xfrm>
            <a:off x="9510288" y="4972570"/>
            <a:ext cx="31413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4527FD35-BD34-90D7-6FD4-435849C428F4}"/>
              </a:ext>
            </a:extLst>
          </p:cNvPr>
          <p:cNvSpPr txBox="1"/>
          <p:nvPr/>
        </p:nvSpPr>
        <p:spPr>
          <a:xfrm>
            <a:off x="9788079" y="5157236"/>
            <a:ext cx="1329022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ai_edge_torch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LiteRT</a:t>
            </a: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Quantizer</a:t>
            </a:r>
          </a:p>
        </p:txBody>
      </p:sp>
      <p:sp>
        <p:nvSpPr>
          <p:cNvPr id="113" name="TextBox 112">
            <a:extLst>
              <a:ext uri="{FF2B5EF4-FFF2-40B4-BE49-F238E27FC236}">
                <a16:creationId xmlns:a16="http://schemas.microsoft.com/office/drawing/2014/main" id="{C4795D43-6C10-60F0-B90C-241FBDEC55BB}"/>
              </a:ext>
            </a:extLst>
          </p:cNvPr>
          <p:cNvSpPr txBox="1"/>
          <p:nvPr/>
        </p:nvSpPr>
        <p:spPr>
          <a:xfrm>
            <a:off x="10031072" y="4787904"/>
            <a:ext cx="348172" cy="369332"/>
          </a:xfrm>
          <a:prstGeom prst="rect">
            <a:avLst/>
          </a:prstGeom>
          <a:noFill/>
          <a:ln w="31750">
            <a:solidFill>
              <a:schemeClr val="tx1">
                <a:lumMod val="95000"/>
                <a:lumOff val="5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ai</a:t>
            </a:r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79E2BB0B-18DE-90BE-A295-6A5647A51A7D}"/>
              </a:ext>
            </a:extLst>
          </p:cNvPr>
          <p:cNvCxnSpPr>
            <a:cxnSpLocks/>
          </p:cNvCxnSpPr>
          <p:nvPr/>
        </p:nvCxnSpPr>
        <p:spPr>
          <a:xfrm>
            <a:off x="10675257" y="4947554"/>
            <a:ext cx="31413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5" name="Picture 114" descr="Paper Vector Text Document Icons. Line Symbol Business. File Icon ...">
            <a:extLst>
              <a:ext uri="{FF2B5EF4-FFF2-40B4-BE49-F238E27FC236}">
                <a16:creationId xmlns:a16="http://schemas.microsoft.com/office/drawing/2014/main" id="{B08C3335-638D-73AC-3836-01A37B2814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8909" t="12222" r="20229" b="13198"/>
          <a:stretch>
            <a:fillRect/>
          </a:stretch>
        </p:blipFill>
        <p:spPr>
          <a:xfrm>
            <a:off x="11226666" y="4694130"/>
            <a:ext cx="442327" cy="542026"/>
          </a:xfrm>
          <a:prstGeom prst="rect">
            <a:avLst/>
          </a:prstGeom>
        </p:spPr>
      </p:pic>
      <p:sp>
        <p:nvSpPr>
          <p:cNvPr id="116" name="TextBox 115">
            <a:extLst>
              <a:ext uri="{FF2B5EF4-FFF2-40B4-BE49-F238E27FC236}">
                <a16:creationId xmlns:a16="http://schemas.microsoft.com/office/drawing/2014/main" id="{E3E7BB20-7D6E-EED6-8AC8-FB065B295C20}"/>
              </a:ext>
            </a:extLst>
          </p:cNvPr>
          <p:cNvSpPr txBox="1"/>
          <p:nvPr/>
        </p:nvSpPr>
        <p:spPr>
          <a:xfrm>
            <a:off x="11132865" y="5174600"/>
            <a:ext cx="7136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1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tflite</a:t>
            </a:r>
            <a:endParaRPr lang="en-US" sz="1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(INT8)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D1128C8F-1223-CA3B-A8EB-FF042800A1B8}"/>
              </a:ext>
            </a:extLst>
          </p:cNvPr>
          <p:cNvSpPr txBox="1"/>
          <p:nvPr/>
        </p:nvSpPr>
        <p:spPr>
          <a:xfrm>
            <a:off x="8664869" y="5878054"/>
            <a:ext cx="339387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Fallback (if PT2E annotation not available ):</a:t>
            </a:r>
          </a:p>
          <a:p>
            <a:r>
              <a:rPr lang="en-US" sz="14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XNNPACK symmetric-quantization route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453EFF-B5F8-2904-FDC1-0050705EB4C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5732" y="4559006"/>
            <a:ext cx="880674" cy="650217"/>
          </a:xfrm>
          <a:prstGeom prst="rect">
            <a:avLst/>
          </a:prstGeom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D164ED-8C11-69C9-2F6C-1CEDC44DFBE4}"/>
              </a:ext>
            </a:extLst>
          </p:cNvPr>
          <p:cNvSpPr/>
          <p:nvPr/>
        </p:nvSpPr>
        <p:spPr>
          <a:xfrm>
            <a:off x="3640496" y="3130597"/>
            <a:ext cx="2202370" cy="661561"/>
          </a:xfrm>
          <a:prstGeom prst="roundRect">
            <a:avLst/>
          </a:prstGeom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ABE5378-82FE-540B-1C8D-3F418E4A748B}"/>
              </a:ext>
            </a:extLst>
          </p:cNvPr>
          <p:cNvSpPr txBox="1"/>
          <p:nvPr/>
        </p:nvSpPr>
        <p:spPr>
          <a:xfrm>
            <a:off x="3640496" y="3269958"/>
            <a:ext cx="22407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QAT Quantization Module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CBD384F-3FE0-D7CB-0348-6DB43ADE0A19}"/>
              </a:ext>
            </a:extLst>
          </p:cNvPr>
          <p:cNvCxnSpPr>
            <a:cxnSpLocks/>
          </p:cNvCxnSpPr>
          <p:nvPr/>
        </p:nvCxnSpPr>
        <p:spPr>
          <a:xfrm flipV="1">
            <a:off x="4614286" y="3798518"/>
            <a:ext cx="0" cy="412133"/>
          </a:xfrm>
          <a:prstGeom prst="straightConnector1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Elbow 29">
            <a:extLst>
              <a:ext uri="{FF2B5EF4-FFF2-40B4-BE49-F238E27FC236}">
                <a16:creationId xmlns:a16="http://schemas.microsoft.com/office/drawing/2014/main" id="{3461339E-2657-79F5-C3F6-3028A02BA6C7}"/>
              </a:ext>
            </a:extLst>
          </p:cNvPr>
          <p:cNvCxnSpPr>
            <a:cxnSpLocks/>
            <a:stCxn id="14" idx="3"/>
            <a:endCxn id="6" idx="1"/>
          </p:cNvCxnSpPr>
          <p:nvPr/>
        </p:nvCxnSpPr>
        <p:spPr>
          <a:xfrm flipV="1">
            <a:off x="5881238" y="1996786"/>
            <a:ext cx="1014972" cy="1427061"/>
          </a:xfrm>
          <a:prstGeom prst="bentConnector3">
            <a:avLst>
              <a:gd name="adj1" fmla="val 50000"/>
            </a:avLst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D1C0AAFA-DF20-1D2E-E47D-7848C388AE27}"/>
              </a:ext>
            </a:extLst>
          </p:cNvPr>
          <p:cNvCxnSpPr>
            <a:cxnSpLocks/>
            <a:endCxn id="11" idx="2"/>
          </p:cNvCxnSpPr>
          <p:nvPr/>
        </p:nvCxnSpPr>
        <p:spPr>
          <a:xfrm rot="10800000" flipV="1">
            <a:off x="4741681" y="2007422"/>
            <a:ext cx="4848668" cy="1784735"/>
          </a:xfrm>
          <a:prstGeom prst="bentConnector4">
            <a:avLst>
              <a:gd name="adj1" fmla="val -5042"/>
              <a:gd name="adj2" fmla="val 108918"/>
            </a:avLst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: Elbow 120">
            <a:extLst>
              <a:ext uri="{FF2B5EF4-FFF2-40B4-BE49-F238E27FC236}">
                <a16:creationId xmlns:a16="http://schemas.microsoft.com/office/drawing/2014/main" id="{2A283AB9-9200-86DF-3C72-AF6503DD1225}"/>
              </a:ext>
            </a:extLst>
          </p:cNvPr>
          <p:cNvCxnSpPr>
            <a:cxnSpLocks/>
            <a:stCxn id="6" idx="3"/>
          </p:cNvCxnSpPr>
          <p:nvPr/>
        </p:nvCxnSpPr>
        <p:spPr>
          <a:xfrm>
            <a:off x="9590349" y="1996786"/>
            <a:ext cx="728981" cy="2100568"/>
          </a:xfrm>
          <a:prstGeom prst="bentConnector2">
            <a:avLst/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: Elbow 123">
            <a:extLst>
              <a:ext uri="{FF2B5EF4-FFF2-40B4-BE49-F238E27FC236}">
                <a16:creationId xmlns:a16="http://schemas.microsoft.com/office/drawing/2014/main" id="{FB629AD1-4A7C-AF25-CBD0-203E6DD72005}"/>
              </a:ext>
            </a:extLst>
          </p:cNvPr>
          <p:cNvCxnSpPr>
            <a:cxnSpLocks/>
            <a:endCxn id="4" idx="1"/>
          </p:cNvCxnSpPr>
          <p:nvPr/>
        </p:nvCxnSpPr>
        <p:spPr>
          <a:xfrm flipV="1">
            <a:off x="2125429" y="1646152"/>
            <a:ext cx="648939" cy="22406"/>
          </a:xfrm>
          <a:prstGeom prst="bentConnector3">
            <a:avLst>
              <a:gd name="adj1" fmla="val 50000"/>
            </a:avLst>
          </a:prstGeom>
          <a:ln w="38100"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17617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131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Homayra Mobesshira Hemu</dc:creator>
  <cp:lastModifiedBy>Homayra Mobesshira Hemu</cp:lastModifiedBy>
  <cp:revision>3</cp:revision>
  <dcterms:created xsi:type="dcterms:W3CDTF">2026-07-08T18:46:04Z</dcterms:created>
  <dcterms:modified xsi:type="dcterms:W3CDTF">2026-07-09T12:00:43Z</dcterms:modified>
</cp:coreProperties>
</file>