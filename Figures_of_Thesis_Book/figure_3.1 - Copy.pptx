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E7F7"/>
    <a:srgbClr val="F8E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 autoAdjust="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972F1-66F9-41FA-A107-51916CB5DC0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83011-81A7-4814-86B1-3772040E8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658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83011-81A7-4814-86B1-3772040E8B9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343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32CFE-5BCF-2C4E-8B18-C7DF397841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A1C3DB-EB5C-45CF-D525-3A68A79392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83C76-8763-E54B-28FD-EC4ABA3AF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5EA7-CD33-4033-8943-2BC4F851E518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59A8E-BE05-C613-C311-84EC5EE0E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96508-512C-9509-2F40-462E11FCF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E898-BAB2-4307-A9D1-C442A026E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376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A9767-D665-B660-6A25-25600AF48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B8357-0989-810F-F1E0-3F2D2C61E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7CCEF-E409-A011-868C-3B969DF10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5EA7-CD33-4033-8943-2BC4F851E518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EB6E6-0C34-04B1-861C-994A630C5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E0367-B027-FFDB-4AB2-951F9C64F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E898-BAB2-4307-A9D1-C442A026E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381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A587B-842B-F72B-7EF6-CC93B02C6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19728-1A5A-D937-9DE9-C92A8C67B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CAB0A-25C1-C94F-070A-F71B49E15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5EA7-CD33-4033-8943-2BC4F851E518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FC212-3EF2-AE00-A9EF-1AF14317C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74CA1-A957-DAC4-9665-1F3CE45D9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E898-BAB2-4307-A9D1-C442A026E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826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2DACE-15E6-C860-C952-5E88B38FC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BEBEC-6B2A-5E05-61AB-2033AF8CC4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6A00A7-9EA5-1CCB-D973-7889B41AA0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AE4A3C-71CA-E28D-AD6F-6B96DCE25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5EA7-CD33-4033-8943-2BC4F851E518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397BD8-6722-0938-F143-090271DFA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8E5FA4-530C-EB83-065D-B2B706619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E898-BAB2-4307-A9D1-C442A026E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664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2C8EC-2BAC-1CFD-3E38-AF72E231D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733996-CDDD-3A89-9F09-E39D50076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BE74E4-3CD7-087B-A3F2-65A108606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0AA299-6CDE-F3DE-366D-7AA7EEDF9F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A3D9EB-7C7D-21FB-C28A-01CA4A25E9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40F7F-0655-0E95-6BF7-5A1B24899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5EA7-CD33-4033-8943-2BC4F851E518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5E8397-C13B-FD14-78CF-EB2D5745F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591075-6950-C08D-5E35-A02F39A79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E898-BAB2-4307-A9D1-C442A026E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133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EA1EC-1B2A-6E08-7EE0-59E49C15E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60C5C6-9F0D-E702-6B07-B6794CB7F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5EA7-CD33-4033-8943-2BC4F851E518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B9EEAD-8D51-1738-11B2-8EFD687C5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CA5A9E-AB83-4266-1E29-33571C5C7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E898-BAB2-4307-A9D1-C442A026E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321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EC65A7-3878-D8C8-47AA-1E13BA044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5EA7-CD33-4033-8943-2BC4F851E518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861104-3559-53EC-7CC1-43FE19640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146DE-A417-4C46-5133-FC895CD05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E898-BAB2-4307-A9D1-C442A026E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32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08EAC-24C4-59D7-EAD5-3B4B8D5B1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271BD-3B9C-A2CC-581B-C6BEA2CBE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7AD818-69C8-9DBF-2EE4-D3D3B7AF13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6B5FB-2958-EA7F-EBB1-731E88444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5EA7-CD33-4033-8943-2BC4F851E518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51CAAB-16F1-4684-CB0D-A172CE776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642248-1D21-585A-90ED-426C22DE9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E898-BAB2-4307-A9D1-C442A026E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935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006DE-2B82-25CE-3273-F45AA751C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ABCE85-D65B-2181-0A26-A86FC4E6EA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60C151-0A0A-1FEF-52DE-03EB72DF7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E1296-A7B5-1957-BEC0-FC23B28F1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5EA7-CD33-4033-8943-2BC4F851E518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92CB97-5E61-2681-75DF-743BA738A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373D9A-6ABA-FCE8-2D88-969D85D6C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E898-BAB2-4307-A9D1-C442A026E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539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C69E0-700B-DF85-C193-3911905D3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886F40-B523-29E4-5DBC-DEE3C79C9B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A8A5D-30BC-3D92-38AF-46ED958AF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5EA7-CD33-4033-8943-2BC4F851E518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AE79B-6C66-1F22-31EB-797538AFD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D95AF-E209-6078-6632-7DBBB48B8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E898-BAB2-4307-A9D1-C442A026E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966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7F2432-9391-9C32-C977-F00048B62E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36C24-3713-9EA6-49FB-8AB617092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610CC-E82E-CB54-452F-460955508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5EA7-CD33-4033-8943-2BC4F851E518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5076-75E6-06AF-2F5C-D54723AA1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B08B1-A791-2494-D12A-7AFC150D0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E898-BAB2-4307-A9D1-C442A026E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626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2C7EE1-8132-8C1F-6DAC-98ABFD92D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8BF35-D2EF-DA9F-04A4-1E64308B0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9136C-8975-DAFF-1FF0-E1196C6B22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A15EA7-CD33-4033-8943-2BC4F851E518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F9AC8-C184-E8A5-C066-5AF1DE0ABD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FB613-9817-E971-AB69-9A58713626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BE898-BAB2-4307-A9D1-C442A026E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545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E2E3543-F931-CD22-E613-FC6622032D59}"/>
              </a:ext>
            </a:extLst>
          </p:cNvPr>
          <p:cNvSpPr/>
          <p:nvPr/>
        </p:nvSpPr>
        <p:spPr>
          <a:xfrm>
            <a:off x="1108362" y="613064"/>
            <a:ext cx="2334493" cy="261850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89AE02-9814-F57E-4820-E006CFCD9BBE}"/>
              </a:ext>
            </a:extLst>
          </p:cNvPr>
          <p:cNvSpPr/>
          <p:nvPr/>
        </p:nvSpPr>
        <p:spPr>
          <a:xfrm>
            <a:off x="3756747" y="602469"/>
            <a:ext cx="2429741" cy="261850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38322A0-9F42-F59C-A0B8-3126C712B2C8}"/>
              </a:ext>
            </a:extLst>
          </p:cNvPr>
          <p:cNvSpPr/>
          <p:nvPr/>
        </p:nvSpPr>
        <p:spPr>
          <a:xfrm>
            <a:off x="6483244" y="602468"/>
            <a:ext cx="2391705" cy="261850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47BC84D-3C75-01AB-60BC-0992F6C41FB1}"/>
              </a:ext>
            </a:extLst>
          </p:cNvPr>
          <p:cNvSpPr/>
          <p:nvPr/>
        </p:nvSpPr>
        <p:spPr>
          <a:xfrm>
            <a:off x="9157234" y="613064"/>
            <a:ext cx="2303939" cy="261850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DFE7A3B-5180-4D06-AE0A-15996F1DBC2D}"/>
              </a:ext>
            </a:extLst>
          </p:cNvPr>
          <p:cNvSpPr/>
          <p:nvPr/>
        </p:nvSpPr>
        <p:spPr>
          <a:xfrm>
            <a:off x="1849585" y="3626429"/>
            <a:ext cx="8873834" cy="126768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B94B2F6-6703-FB68-65F7-9F9E7F484AC9}"/>
              </a:ext>
            </a:extLst>
          </p:cNvPr>
          <p:cNvSpPr/>
          <p:nvPr/>
        </p:nvSpPr>
        <p:spPr>
          <a:xfrm>
            <a:off x="2157845" y="5288974"/>
            <a:ext cx="8437419" cy="1267689"/>
          </a:xfrm>
          <a:prstGeom prst="roundRect">
            <a:avLst/>
          </a:prstGeom>
          <a:noFill/>
          <a:ln w="285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8F8EBD6-CBC4-99D7-9427-F10F9F8CD044}"/>
              </a:ext>
            </a:extLst>
          </p:cNvPr>
          <p:cNvSpPr/>
          <p:nvPr/>
        </p:nvSpPr>
        <p:spPr>
          <a:xfrm>
            <a:off x="5354166" y="5361702"/>
            <a:ext cx="581891" cy="56110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8697659-CFD3-DB5C-E8B3-A9798E3D48F4}"/>
              </a:ext>
            </a:extLst>
          </p:cNvPr>
          <p:cNvSpPr/>
          <p:nvPr/>
        </p:nvSpPr>
        <p:spPr>
          <a:xfrm>
            <a:off x="6646101" y="5361702"/>
            <a:ext cx="581891" cy="56110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E835204-C167-DF9F-17DD-6ADFC7F9DDE2}"/>
              </a:ext>
            </a:extLst>
          </p:cNvPr>
          <p:cNvSpPr/>
          <p:nvPr/>
        </p:nvSpPr>
        <p:spPr>
          <a:xfrm>
            <a:off x="7938036" y="5361702"/>
            <a:ext cx="581891" cy="56110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F7231C4-74A8-F6DC-6FB0-78A4CED4ED7E}"/>
              </a:ext>
            </a:extLst>
          </p:cNvPr>
          <p:cNvSpPr/>
          <p:nvPr/>
        </p:nvSpPr>
        <p:spPr>
          <a:xfrm>
            <a:off x="9229971" y="5361702"/>
            <a:ext cx="581891" cy="56110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81E902E-C014-9A41-3DA9-2CA606BA738D}"/>
              </a:ext>
            </a:extLst>
          </p:cNvPr>
          <p:cNvCxnSpPr>
            <a:cxnSpLocks/>
          </p:cNvCxnSpPr>
          <p:nvPr/>
        </p:nvCxnSpPr>
        <p:spPr>
          <a:xfrm flipV="1">
            <a:off x="5989309" y="5652637"/>
            <a:ext cx="603540" cy="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D655BC2-9CCA-5CD5-674C-83388EB8CA93}"/>
              </a:ext>
            </a:extLst>
          </p:cNvPr>
          <p:cNvCxnSpPr>
            <a:cxnSpLocks/>
          </p:cNvCxnSpPr>
          <p:nvPr/>
        </p:nvCxnSpPr>
        <p:spPr>
          <a:xfrm flipV="1">
            <a:off x="7317614" y="5652642"/>
            <a:ext cx="603540" cy="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035BBFB-0AA2-E8BC-674E-44E84DDD518C}"/>
              </a:ext>
            </a:extLst>
          </p:cNvPr>
          <p:cNvCxnSpPr>
            <a:cxnSpLocks/>
          </p:cNvCxnSpPr>
          <p:nvPr/>
        </p:nvCxnSpPr>
        <p:spPr>
          <a:xfrm flipV="1">
            <a:off x="8573179" y="5652637"/>
            <a:ext cx="603540" cy="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A553BC4C-A355-67F5-EC36-F2FE1CF2CF58}"/>
              </a:ext>
            </a:extLst>
          </p:cNvPr>
          <p:cNvCxnSpPr>
            <a:cxnSpLocks/>
          </p:cNvCxnSpPr>
          <p:nvPr/>
        </p:nvCxnSpPr>
        <p:spPr>
          <a:xfrm rot="10800000">
            <a:off x="5354166" y="5645095"/>
            <a:ext cx="4906087" cy="737615"/>
          </a:xfrm>
          <a:prstGeom prst="bentConnector3">
            <a:avLst>
              <a:gd name="adj1" fmla="val 107820"/>
            </a:avLst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06C52AD-AC47-2BEC-9020-66E7AFF6F7B1}"/>
              </a:ext>
            </a:extLst>
          </p:cNvPr>
          <p:cNvSpPr txBox="1"/>
          <p:nvPr/>
        </p:nvSpPr>
        <p:spPr>
          <a:xfrm>
            <a:off x="5299485" y="5890737"/>
            <a:ext cx="6639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Grasp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F05BEDC-3BDF-EF27-0723-A84CD581A802}"/>
              </a:ext>
            </a:extLst>
          </p:cNvPr>
          <p:cNvSpPr txBox="1"/>
          <p:nvPr/>
        </p:nvSpPr>
        <p:spPr>
          <a:xfrm>
            <a:off x="6592849" y="5875605"/>
            <a:ext cx="82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Handoff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FAC911C-AE7F-3F7D-EF7F-C155BE124101}"/>
              </a:ext>
            </a:extLst>
          </p:cNvPr>
          <p:cNvSpPr txBox="1"/>
          <p:nvPr/>
        </p:nvSpPr>
        <p:spPr>
          <a:xfrm>
            <a:off x="7734081" y="5898148"/>
            <a:ext cx="11753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+mj-lt"/>
              </a:rPr>
              <a:t>Transport</a:t>
            </a:r>
          </a:p>
          <a:p>
            <a:r>
              <a:rPr lang="en-US" sz="1400" b="1" dirty="0">
                <a:latin typeface="+mj-lt"/>
              </a:rPr>
              <a:t>(pl</a:t>
            </a:r>
            <a:r>
              <a:rPr lang="en-US" sz="1400" b="1" dirty="0">
                <a:latin typeface="+mj-lt"/>
                <a:cs typeface="Times New Roman" panose="02020603050405020304" pitchFamily="18" charset="0"/>
              </a:rPr>
              <a:t>ace mood)</a:t>
            </a:r>
            <a:endParaRPr lang="en-US" sz="1400" b="1" dirty="0">
              <a:latin typeface="+mj-lt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0BB7D39-496A-D41D-6F96-952BCD66C8A6}"/>
              </a:ext>
            </a:extLst>
          </p:cNvPr>
          <p:cNvSpPr txBox="1"/>
          <p:nvPr/>
        </p:nvSpPr>
        <p:spPr>
          <a:xfrm>
            <a:off x="8976947" y="5875605"/>
            <a:ext cx="1276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</a:t>
            </a:r>
          </a:p>
          <a:p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(P-Controller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BCF4D89-E03E-2FB1-8420-45747983BA4E}"/>
              </a:ext>
            </a:extLst>
          </p:cNvPr>
          <p:cNvCxnSpPr>
            <a:cxnSpLocks/>
          </p:cNvCxnSpPr>
          <p:nvPr/>
        </p:nvCxnSpPr>
        <p:spPr>
          <a:xfrm flipV="1">
            <a:off x="9835092" y="5662589"/>
            <a:ext cx="425161" cy="10392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18162BB-85DA-A83B-4368-966BC726C5FD}"/>
              </a:ext>
            </a:extLst>
          </p:cNvPr>
          <p:cNvCxnSpPr>
            <a:cxnSpLocks/>
          </p:cNvCxnSpPr>
          <p:nvPr/>
        </p:nvCxnSpPr>
        <p:spPr>
          <a:xfrm flipH="1">
            <a:off x="10252120" y="5655531"/>
            <a:ext cx="18885" cy="743294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56C3610A-DD20-BD62-E171-FF34FC3A7D90}"/>
              </a:ext>
            </a:extLst>
          </p:cNvPr>
          <p:cNvSpPr txBox="1"/>
          <p:nvPr/>
        </p:nvSpPr>
        <p:spPr>
          <a:xfrm>
            <a:off x="2355394" y="5528816"/>
            <a:ext cx="24673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FSM(Meta-Controller)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state machine with stage exit conditions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04EA4BB-D94A-1203-3321-2402A999A41F}"/>
              </a:ext>
            </a:extLst>
          </p:cNvPr>
          <p:cNvSpPr txBox="1"/>
          <p:nvPr/>
        </p:nvSpPr>
        <p:spPr>
          <a:xfrm>
            <a:off x="5989309" y="3764783"/>
            <a:ext cx="337031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</a:t>
            </a:r>
          </a:p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Robosuite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PickPlace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MuJoCo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46-D Observations </a:t>
            </a: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FAFA3D03-4349-ADEB-F3EE-329EFC2519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251"/>
          <a:stretch>
            <a:fillRect/>
          </a:stretch>
        </p:blipFill>
        <p:spPr>
          <a:xfrm>
            <a:off x="1540323" y="1107038"/>
            <a:ext cx="1652154" cy="1072862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967566BF-1540-67F2-AC8E-E530E74B0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803" y="1245521"/>
            <a:ext cx="1652159" cy="1072989"/>
          </a:xfrm>
          <a:prstGeom prst="rect">
            <a:avLst/>
          </a:prstGeom>
        </p:spPr>
      </p:pic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C0B92F50-F0DF-0AFF-7085-A735E0FCCDD4}"/>
              </a:ext>
            </a:extLst>
          </p:cNvPr>
          <p:cNvCxnSpPr>
            <a:cxnSpLocks/>
          </p:cNvCxnSpPr>
          <p:nvPr/>
        </p:nvCxnSpPr>
        <p:spPr>
          <a:xfrm>
            <a:off x="4822736" y="3215189"/>
            <a:ext cx="17310" cy="43862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A8517846-C2C8-E391-5B25-ECA054AC208B}"/>
              </a:ext>
            </a:extLst>
          </p:cNvPr>
          <p:cNvCxnSpPr>
            <a:cxnSpLocks/>
          </p:cNvCxnSpPr>
          <p:nvPr/>
        </p:nvCxnSpPr>
        <p:spPr>
          <a:xfrm flipH="1" flipV="1">
            <a:off x="10252120" y="3204190"/>
            <a:ext cx="15997" cy="42223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1804B724-6CC6-0A35-1C24-868691C01A44}"/>
              </a:ext>
            </a:extLst>
          </p:cNvPr>
          <p:cNvCxnSpPr>
            <a:cxnSpLocks/>
          </p:cNvCxnSpPr>
          <p:nvPr/>
        </p:nvCxnSpPr>
        <p:spPr>
          <a:xfrm flipV="1">
            <a:off x="3442855" y="1828597"/>
            <a:ext cx="313892" cy="1059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DF607A70-BC0E-F3D9-398F-9EECB3E00361}"/>
              </a:ext>
            </a:extLst>
          </p:cNvPr>
          <p:cNvCxnSpPr>
            <a:cxnSpLocks/>
          </p:cNvCxnSpPr>
          <p:nvPr/>
        </p:nvCxnSpPr>
        <p:spPr>
          <a:xfrm flipV="1">
            <a:off x="8875013" y="1823299"/>
            <a:ext cx="313892" cy="1059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2D8CFA00-6C1A-AFBE-7CB9-9BB175A1F3B3}"/>
              </a:ext>
            </a:extLst>
          </p:cNvPr>
          <p:cNvCxnSpPr>
            <a:cxnSpLocks/>
          </p:cNvCxnSpPr>
          <p:nvPr/>
        </p:nvCxnSpPr>
        <p:spPr>
          <a:xfrm flipV="1">
            <a:off x="6169617" y="1818002"/>
            <a:ext cx="313892" cy="1059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B67D8EEE-90CF-3573-92C4-37F2E5C07ECB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2272081" y="3231573"/>
            <a:ext cx="3528" cy="41097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C5F079D2-3CA9-AD50-2693-24A129D0C5D6}"/>
              </a:ext>
            </a:extLst>
          </p:cNvPr>
          <p:cNvCxnSpPr>
            <a:cxnSpLocks/>
          </p:cNvCxnSpPr>
          <p:nvPr/>
        </p:nvCxnSpPr>
        <p:spPr>
          <a:xfrm>
            <a:off x="7693875" y="3231573"/>
            <a:ext cx="0" cy="39790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9879A9BD-83D5-6D98-C881-23786930FD68}"/>
              </a:ext>
            </a:extLst>
          </p:cNvPr>
          <p:cNvCxnSpPr>
            <a:cxnSpLocks/>
          </p:cNvCxnSpPr>
          <p:nvPr/>
        </p:nvCxnSpPr>
        <p:spPr>
          <a:xfrm>
            <a:off x="10425539" y="3220977"/>
            <a:ext cx="0" cy="41148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D973250C-7355-35D4-E7CB-D6ABFDFD77E9}"/>
              </a:ext>
            </a:extLst>
          </p:cNvPr>
          <p:cNvSpPr txBox="1"/>
          <p:nvPr/>
        </p:nvSpPr>
        <p:spPr>
          <a:xfrm>
            <a:off x="1227053" y="675385"/>
            <a:ext cx="1787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Grasp Model 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B43978A-60AE-3822-5AA4-2CD2935B6507}"/>
              </a:ext>
            </a:extLst>
          </p:cNvPr>
          <p:cNvSpPr txBox="1"/>
          <p:nvPr/>
        </p:nvSpPr>
        <p:spPr>
          <a:xfrm>
            <a:off x="4046202" y="675385"/>
            <a:ext cx="18232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Handoff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(Wrapper)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2F947510-C124-35F9-D690-BA76839EB7EC}"/>
              </a:ext>
            </a:extLst>
          </p:cNvPr>
          <p:cNvSpPr/>
          <p:nvPr/>
        </p:nvSpPr>
        <p:spPr>
          <a:xfrm>
            <a:off x="4015399" y="1770933"/>
            <a:ext cx="1948050" cy="1157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handoff from grasp model to place model 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70C992DC-10F3-BF95-471A-CBBBCB2DA42C}"/>
              </a:ext>
            </a:extLst>
          </p:cNvPr>
          <p:cNvSpPr/>
          <p:nvPr/>
        </p:nvSpPr>
        <p:spPr>
          <a:xfrm>
            <a:off x="9359625" y="1325899"/>
            <a:ext cx="2047083" cy="11853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/>
              <a:t>Deterministic P-Controller for placement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Recenter(XY)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Lower (z)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Open Gripper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Retract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41AFF8E-72CA-019D-420D-D2BBFAF29B87}"/>
              </a:ext>
            </a:extLst>
          </p:cNvPr>
          <p:cNvSpPr txBox="1"/>
          <p:nvPr/>
        </p:nvSpPr>
        <p:spPr>
          <a:xfrm>
            <a:off x="1156043" y="1278680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</a:t>
            </a:r>
          </a:p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BFB9DDD-2EA7-E262-107C-20B50B57EA2D}"/>
              </a:ext>
            </a:extLst>
          </p:cNvPr>
          <p:cNvSpPr txBox="1"/>
          <p:nvPr/>
        </p:nvSpPr>
        <p:spPr>
          <a:xfrm>
            <a:off x="2848090" y="1009639"/>
            <a:ext cx="6944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115FFDF1-8F33-66D2-8189-BFD12B3FE163}"/>
              </a:ext>
            </a:extLst>
          </p:cNvPr>
          <p:cNvCxnSpPr>
            <a:cxnSpLocks/>
          </p:cNvCxnSpPr>
          <p:nvPr/>
        </p:nvCxnSpPr>
        <p:spPr>
          <a:xfrm>
            <a:off x="1108298" y="2277299"/>
            <a:ext cx="232864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0E51AE6C-5757-E339-3793-BCD595BBB05F}"/>
              </a:ext>
            </a:extLst>
          </p:cNvPr>
          <p:cNvSpPr txBox="1"/>
          <p:nvPr/>
        </p:nvSpPr>
        <p:spPr>
          <a:xfrm>
            <a:off x="1045240" y="2287164"/>
            <a:ext cx="253356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7-D actions</a:t>
            </a:r>
          </a:p>
          <a:p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(∆x, ∆y, ∆z, ∆r, ∆p, ∆y, gripper)  </a:t>
            </a:r>
          </a:p>
          <a:p>
            <a:endParaRPr lang="en-US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EAEC0ED4-F3E1-0C0B-990D-D8FFBA393A89}"/>
              </a:ext>
            </a:extLst>
          </p:cNvPr>
          <p:cNvSpPr txBox="1"/>
          <p:nvPr/>
        </p:nvSpPr>
        <p:spPr>
          <a:xfrm>
            <a:off x="6944442" y="623530"/>
            <a:ext cx="1685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Place Model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(TD3)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B2E66B7-4ADD-3E29-B90B-A8DBB04D9272}"/>
              </a:ext>
            </a:extLst>
          </p:cNvPr>
          <p:cNvSpPr txBox="1"/>
          <p:nvPr/>
        </p:nvSpPr>
        <p:spPr>
          <a:xfrm>
            <a:off x="6439277" y="1369645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</a:t>
            </a:r>
          </a:p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F00DB8F-BD32-40A4-6626-D26454343EA4}"/>
              </a:ext>
            </a:extLst>
          </p:cNvPr>
          <p:cNvSpPr txBox="1"/>
          <p:nvPr/>
        </p:nvSpPr>
        <p:spPr>
          <a:xfrm>
            <a:off x="8053282" y="1079889"/>
            <a:ext cx="6944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E80076C-F7A0-583F-21E8-E3CE80E43496}"/>
              </a:ext>
            </a:extLst>
          </p:cNvPr>
          <p:cNvSpPr txBox="1"/>
          <p:nvPr/>
        </p:nvSpPr>
        <p:spPr>
          <a:xfrm>
            <a:off x="6452952" y="2442634"/>
            <a:ext cx="253356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7-D actions</a:t>
            </a:r>
          </a:p>
          <a:p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(∆x, ∆y, ∆z, ∆r, ∆p, ∆y, gripper)  </a:t>
            </a:r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1B7D321D-7D73-D0F0-7DF4-A4506DA19920}"/>
              </a:ext>
            </a:extLst>
          </p:cNvPr>
          <p:cNvCxnSpPr>
            <a:cxnSpLocks/>
          </p:cNvCxnSpPr>
          <p:nvPr/>
        </p:nvCxnSpPr>
        <p:spPr>
          <a:xfrm flipV="1">
            <a:off x="6491933" y="2376668"/>
            <a:ext cx="2383016" cy="2319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AC0F8AB9-6735-3D9B-B717-DD6A0B58A9DD}"/>
              </a:ext>
            </a:extLst>
          </p:cNvPr>
          <p:cNvSpPr txBox="1"/>
          <p:nvPr/>
        </p:nvSpPr>
        <p:spPr>
          <a:xfrm>
            <a:off x="9407305" y="655201"/>
            <a:ext cx="17216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P-Controller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(Scripted)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99926460-CB64-BF6D-8B03-B6CFA94EEF02}"/>
              </a:ext>
            </a:extLst>
          </p:cNvPr>
          <p:cNvSpPr txBox="1"/>
          <p:nvPr/>
        </p:nvSpPr>
        <p:spPr>
          <a:xfrm>
            <a:off x="9098332" y="2555308"/>
            <a:ext cx="253356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7-D actions</a:t>
            </a:r>
          </a:p>
          <a:p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(∆x, ∆y, ∆z, ∆r, ∆p, ∆y, gripper)  </a:t>
            </a:r>
          </a:p>
        </p:txBody>
      </p:sp>
      <p:pic>
        <p:nvPicPr>
          <p:cNvPr id="148" name="Picture 147">
            <a:extLst>
              <a:ext uri="{FF2B5EF4-FFF2-40B4-BE49-F238E27FC236}">
                <a16:creationId xmlns:a16="http://schemas.microsoft.com/office/drawing/2014/main" id="{9AF1CD56-93F3-3C09-B91F-8E1995FF77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358" y="3696377"/>
            <a:ext cx="2111461" cy="119774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76D090D-0862-4212-2431-C71E5222833E}"/>
              </a:ext>
            </a:extLst>
          </p:cNvPr>
          <p:cNvCxnSpPr>
            <a:cxnSpLocks/>
          </p:cNvCxnSpPr>
          <p:nvPr/>
        </p:nvCxnSpPr>
        <p:spPr>
          <a:xfrm flipH="1" flipV="1">
            <a:off x="2496820" y="3215189"/>
            <a:ext cx="15997" cy="42223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6897FA5-D68A-D375-A493-EA831A6A7E4F}"/>
              </a:ext>
            </a:extLst>
          </p:cNvPr>
          <p:cNvCxnSpPr>
            <a:cxnSpLocks/>
          </p:cNvCxnSpPr>
          <p:nvPr/>
        </p:nvCxnSpPr>
        <p:spPr>
          <a:xfrm flipH="1" flipV="1">
            <a:off x="4989470" y="3195026"/>
            <a:ext cx="15997" cy="42223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1B99FEA-6CDC-4790-AA34-F2371147D999}"/>
              </a:ext>
            </a:extLst>
          </p:cNvPr>
          <p:cNvCxnSpPr>
            <a:cxnSpLocks/>
          </p:cNvCxnSpPr>
          <p:nvPr/>
        </p:nvCxnSpPr>
        <p:spPr>
          <a:xfrm flipH="1" flipV="1">
            <a:off x="7817257" y="3220304"/>
            <a:ext cx="15997" cy="42223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050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162</Words>
  <Application>Microsoft Office PowerPoint</Application>
  <PresentationFormat>Widescreen</PresentationFormat>
  <Paragraphs>44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Homayra Mobesshira Hemu</dc:creator>
  <cp:lastModifiedBy>Homayra Mobesshira Hemu</cp:lastModifiedBy>
  <cp:revision>8</cp:revision>
  <dcterms:created xsi:type="dcterms:W3CDTF">2026-07-08T16:21:09Z</dcterms:created>
  <dcterms:modified xsi:type="dcterms:W3CDTF">2026-07-20T21:09:25Z</dcterms:modified>
</cp:coreProperties>
</file>