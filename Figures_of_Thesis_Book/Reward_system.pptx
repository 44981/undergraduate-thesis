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8389DF-012E-4D18-AA74-71FB58EB4699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E9A94-C916-4228-A718-F6E012AC3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4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9A94-C916-4228-A718-F6E012AC35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31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AAED-99B3-7CC3-2012-CA8574BDB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46BAD-3903-764A-74C5-15298984F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D5B9-49CB-9414-3556-9E21F87A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ABBDD-0FB3-BB2D-B51D-E233791F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18B7A-8329-4592-575A-734E7FDEF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59F5-8DBE-5407-90EA-9E91A9B46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2C656-D4E2-305E-5B68-577E13341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7ABC8-CDE8-672F-CCDD-879E33B5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139C6-724A-2451-EE3A-7B870394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697A7-6087-153A-D563-D39B86FF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4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B7B0-154B-590D-10EC-333EB4646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2AEE6-7BDE-95D3-22E7-09D863F04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71F56-144F-D48B-67BB-A8D182CC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9A819-2B0F-7F8E-ABDC-8034C25AB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5315D-EAFA-0B00-1950-86F13C4D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2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A28EE-DC59-3C1C-C3E0-FCDEEA81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14078-0ED7-6335-4297-82246FDE5A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B9A34-5452-FCEA-D2DA-CDDD2A366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553C1-D80B-2C75-FA59-86E2C20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5702-7CC6-4C69-DB1E-DF9CB188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7ADE3-CB8A-4043-D223-9A3B28A02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9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E1D1-74E5-B0CC-32C1-7CAC2B3C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22993-5DEF-43E6-7E31-75D9E8D82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B5286-1FC5-C429-F278-009686615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73CCD1-0E03-25F8-B9B0-686DF9585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1BBA9B-B6A8-D9C0-C845-6B083F9299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AC9992-AA63-1DED-6E47-A315CFAB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BFD9C1-6964-A8FD-9DA0-D027DF0D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EE641E-39E5-3628-E550-C90E951B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37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7718-8891-4889-4AF1-1109A394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01345-BF61-5368-0982-9E2FD005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F7334-54B5-0022-AC7C-724B4360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A6204-9736-9140-A5D4-04378A730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72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299710-5B39-D033-68D1-E6D9F237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11FAA6-A0AF-D807-CB49-6A810B2A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4CAD5-B429-591E-EC74-1F6F358B9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0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9985-7D5B-700D-5660-BF127A71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76769-B449-61BA-891F-13303ACD4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38093C-BB58-8BD8-D7CF-06451121F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DB190-A206-547B-4198-64741BF2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5712D-939F-9A45-3129-FD0F2F2AE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467DF-6C7F-C4D1-4663-7919900C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29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7E3D-934A-1ABB-0DB0-FFA5DA38F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F480F-BEB8-46C5-44BA-DA152CAE6A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92EDF-2C5C-C616-C4A8-8533782B8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D64456-E46E-4782-42D5-C2F192B5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17727-120C-B3F6-1C18-B317E1696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EE664-10FF-2135-1426-83EB9ECA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12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D7E57-ED54-F976-B454-DFDC14BE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664CFF-22B2-5FA1-633F-938AAA838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1C9A5-E647-8C94-3BB1-2A4B42B9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7BDA9-E854-24DE-B371-3C535133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188CB-439F-07FB-1D69-3091887F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3727F4-1059-36A0-F8F0-128DDBF24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47FB8-6836-FE68-50D7-93DC1E8BD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2E040-5F41-612D-C8AC-6620CB0C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B3182-E869-1E2A-0255-87629E4C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3F509-8080-0F72-F3ED-E6730C855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01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96F61-291C-2088-B205-86F22138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DA52-AE8B-A025-27D5-812D68484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09080-3C69-0B65-B6D1-B3EB2A328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3D2D2-0F8A-4F34-BD8F-342ABAD37EF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2D318-DBE2-EEEB-773A-CD8BC15EE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4D21B-CEE0-E16E-B03A-15716F7D6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77FD1-9EC5-4F33-965E-89DE22F1BB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27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C65B50-5AF2-9114-6705-96DD7F4161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346206"/>
              </p:ext>
            </p:extLst>
          </p:nvPr>
        </p:nvGraphicFramePr>
        <p:xfrm>
          <a:off x="924790" y="435326"/>
          <a:ext cx="9798629" cy="4696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4639">
                  <a:extLst>
                    <a:ext uri="{9D8B030D-6E8A-4147-A177-3AD203B41FA5}">
                      <a16:colId xmlns:a16="http://schemas.microsoft.com/office/drawing/2014/main" val="1849264059"/>
                    </a:ext>
                  </a:extLst>
                </a:gridCol>
                <a:gridCol w="3241995">
                  <a:extLst>
                    <a:ext uri="{9D8B030D-6E8A-4147-A177-3AD203B41FA5}">
                      <a16:colId xmlns:a16="http://schemas.microsoft.com/office/drawing/2014/main" val="2471475383"/>
                    </a:ext>
                  </a:extLst>
                </a:gridCol>
                <a:gridCol w="3241995">
                  <a:extLst>
                    <a:ext uri="{9D8B030D-6E8A-4147-A177-3AD203B41FA5}">
                      <a16:colId xmlns:a16="http://schemas.microsoft.com/office/drawing/2014/main" val="3045227558"/>
                    </a:ext>
                  </a:extLst>
                </a:gridCol>
              </a:tblGrid>
              <a:tr h="5299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Stage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Behavior(Objectives)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Reward(Example scale)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007772"/>
                  </a:ext>
                </a:extLst>
              </a:tr>
              <a:tr h="72736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Move gripper close to object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34627"/>
                  </a:ext>
                </a:extLst>
              </a:tr>
              <a:tr h="63384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Close gripper when near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782798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Maintain stable grasp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408704"/>
                  </a:ext>
                </a:extLst>
              </a:tr>
              <a:tr h="70658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Lift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Lift object above table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174849"/>
                  </a:ext>
                </a:extLst>
              </a:tr>
              <a:tr h="7169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Hover/Approach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Move object to target bin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406519"/>
                  </a:ext>
                </a:extLst>
              </a:tr>
              <a:tr h="69619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anose="02020603050405020304" pitchFamily="18" charset="0"/>
                          <a:ea typeface="Adobe Myungjo Std M" panose="02020600000000000000" pitchFamily="18" charset="-128"/>
                          <a:cs typeface="Times New Roman" panose="02020603050405020304" pitchFamily="18" charset="0"/>
                        </a:rPr>
                        <a:t>Place in bin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>
                        <a:alpha val="9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14375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C6C7701-C6B3-56E8-2FBA-FE9042DD6711}"/>
              </a:ext>
            </a:extLst>
          </p:cNvPr>
          <p:cNvSpPr/>
          <p:nvPr/>
        </p:nvSpPr>
        <p:spPr>
          <a:xfrm>
            <a:off x="7533409" y="1066556"/>
            <a:ext cx="2358736" cy="442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71DD6A-5A23-6E9B-4D69-DCF458D3F679}"/>
              </a:ext>
            </a:extLst>
          </p:cNvPr>
          <p:cNvSpPr/>
          <p:nvPr/>
        </p:nvSpPr>
        <p:spPr>
          <a:xfrm>
            <a:off x="7543802" y="1066556"/>
            <a:ext cx="523015" cy="42949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580ECC-DAF2-A5A0-2C94-AC6F7DE5ED6C}"/>
              </a:ext>
            </a:extLst>
          </p:cNvPr>
          <p:cNvSpPr txBox="1"/>
          <p:nvPr/>
        </p:nvSpPr>
        <p:spPr>
          <a:xfrm>
            <a:off x="9942376" y="1103318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8EE97B-E6FD-4C93-07D2-90C8A29514F3}"/>
              </a:ext>
            </a:extLst>
          </p:cNvPr>
          <p:cNvSpPr/>
          <p:nvPr/>
        </p:nvSpPr>
        <p:spPr>
          <a:xfrm>
            <a:off x="7533409" y="2443781"/>
            <a:ext cx="2349206" cy="442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8BBDFD-A7AE-6B49-186B-D8878337595A}"/>
              </a:ext>
            </a:extLst>
          </p:cNvPr>
          <p:cNvSpPr/>
          <p:nvPr/>
        </p:nvSpPr>
        <p:spPr>
          <a:xfrm>
            <a:off x="7533409" y="2457146"/>
            <a:ext cx="1213999" cy="42949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0CC45-9316-D382-EEFA-D0F5D788D3CA}"/>
              </a:ext>
            </a:extLst>
          </p:cNvPr>
          <p:cNvSpPr txBox="1"/>
          <p:nvPr/>
        </p:nvSpPr>
        <p:spPr>
          <a:xfrm>
            <a:off x="9901675" y="2393254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860A294-8B00-2C0F-3B2B-80C231E4B00A}"/>
              </a:ext>
            </a:extLst>
          </p:cNvPr>
          <p:cNvSpPr/>
          <p:nvPr/>
        </p:nvSpPr>
        <p:spPr>
          <a:xfrm>
            <a:off x="7552469" y="3096401"/>
            <a:ext cx="2358736" cy="442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5E3CB4-D5F5-7869-6177-6BB2E0BBE488}"/>
              </a:ext>
            </a:extLst>
          </p:cNvPr>
          <p:cNvSpPr/>
          <p:nvPr/>
        </p:nvSpPr>
        <p:spPr>
          <a:xfrm>
            <a:off x="7552469" y="3103083"/>
            <a:ext cx="697053" cy="42949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C3ACF3D-A405-E23D-B377-CD6C2CBF5A74}"/>
              </a:ext>
            </a:extLst>
          </p:cNvPr>
          <p:cNvSpPr/>
          <p:nvPr/>
        </p:nvSpPr>
        <p:spPr>
          <a:xfrm>
            <a:off x="7552469" y="1783094"/>
            <a:ext cx="2349206" cy="442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6849682-4628-FCDE-5F56-5C99748FA944}"/>
              </a:ext>
            </a:extLst>
          </p:cNvPr>
          <p:cNvSpPr/>
          <p:nvPr/>
        </p:nvSpPr>
        <p:spPr>
          <a:xfrm>
            <a:off x="7552469" y="1783244"/>
            <a:ext cx="305670" cy="44285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D43AB4-4844-2EE9-D319-CC6A0B65A5BC}"/>
              </a:ext>
            </a:extLst>
          </p:cNvPr>
          <p:cNvSpPr txBox="1"/>
          <p:nvPr/>
        </p:nvSpPr>
        <p:spPr>
          <a:xfrm>
            <a:off x="9942376" y="1737145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75A012-B264-EE0C-41C1-4B694B238643}"/>
              </a:ext>
            </a:extLst>
          </p:cNvPr>
          <p:cNvSpPr txBox="1"/>
          <p:nvPr/>
        </p:nvSpPr>
        <p:spPr>
          <a:xfrm>
            <a:off x="9942375" y="3049763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2D83CD5-49A8-1C79-2A03-01F520339211}"/>
              </a:ext>
            </a:extLst>
          </p:cNvPr>
          <p:cNvSpPr txBox="1"/>
          <p:nvPr/>
        </p:nvSpPr>
        <p:spPr>
          <a:xfrm>
            <a:off x="9965794" y="4539754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E664A2-C628-41EC-291C-D3ABAABC0279}"/>
              </a:ext>
            </a:extLst>
          </p:cNvPr>
          <p:cNvSpPr txBox="1"/>
          <p:nvPr/>
        </p:nvSpPr>
        <p:spPr>
          <a:xfrm>
            <a:off x="9965794" y="3773291"/>
            <a:ext cx="5052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219915D-BA2C-D423-B6C5-B63F41D7C369}"/>
              </a:ext>
            </a:extLst>
          </p:cNvPr>
          <p:cNvSpPr/>
          <p:nvPr/>
        </p:nvSpPr>
        <p:spPr>
          <a:xfrm>
            <a:off x="7566331" y="3823275"/>
            <a:ext cx="2349206" cy="442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3E65FD5-15AD-53C1-4973-BFA0040D92C4}"/>
              </a:ext>
            </a:extLst>
          </p:cNvPr>
          <p:cNvSpPr/>
          <p:nvPr/>
        </p:nvSpPr>
        <p:spPr>
          <a:xfrm>
            <a:off x="7572805" y="4570510"/>
            <a:ext cx="2349206" cy="44285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044DE85-2839-11D9-4A76-D4E84C57E0D7}"/>
              </a:ext>
            </a:extLst>
          </p:cNvPr>
          <p:cNvSpPr/>
          <p:nvPr/>
        </p:nvSpPr>
        <p:spPr>
          <a:xfrm>
            <a:off x="7552469" y="3823275"/>
            <a:ext cx="305670" cy="44285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7964DFCD-B98A-173A-1875-1F6F33465E49}"/>
              </a:ext>
            </a:extLst>
          </p:cNvPr>
          <p:cNvSpPr/>
          <p:nvPr/>
        </p:nvSpPr>
        <p:spPr>
          <a:xfrm>
            <a:off x="924790" y="5306217"/>
            <a:ext cx="9798629" cy="111645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3AEF10-D1D7-F4FE-182F-D02A092EEF9A}"/>
              </a:ext>
            </a:extLst>
          </p:cNvPr>
          <p:cNvCxnSpPr>
            <a:cxnSpLocks/>
          </p:cNvCxnSpPr>
          <p:nvPr/>
        </p:nvCxnSpPr>
        <p:spPr>
          <a:xfrm>
            <a:off x="4208318" y="5306217"/>
            <a:ext cx="0" cy="113400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989BE01-F4C2-2AF6-6819-C9FD4F232671}"/>
              </a:ext>
            </a:extLst>
          </p:cNvPr>
          <p:cNvCxnSpPr>
            <a:cxnSpLocks/>
          </p:cNvCxnSpPr>
          <p:nvPr/>
        </p:nvCxnSpPr>
        <p:spPr>
          <a:xfrm>
            <a:off x="7521296" y="5306217"/>
            <a:ext cx="0" cy="111645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3B6512D-C5C8-536E-82B0-8614BDA3DF9C}"/>
              </a:ext>
            </a:extLst>
          </p:cNvPr>
          <p:cNvSpPr txBox="1"/>
          <p:nvPr/>
        </p:nvSpPr>
        <p:spPr>
          <a:xfrm>
            <a:off x="1006196" y="535638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Penalties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4BF326-79A6-261A-831B-BE51CF05A1E9}"/>
              </a:ext>
            </a:extLst>
          </p:cNvPr>
          <p:cNvSpPr txBox="1"/>
          <p:nvPr/>
        </p:nvSpPr>
        <p:spPr>
          <a:xfrm>
            <a:off x="2822700" y="5461949"/>
            <a:ext cx="704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(-0.4)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169753-A7E8-56A4-24B2-F6AB7E788DA9}"/>
              </a:ext>
            </a:extLst>
          </p:cNvPr>
          <p:cNvSpPr txBox="1"/>
          <p:nvPr/>
        </p:nvSpPr>
        <p:spPr>
          <a:xfrm>
            <a:off x="5918293" y="5600535"/>
            <a:ext cx="1202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(-5.0)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83BE0D6-8E9A-25D0-6292-2CACF516A208}"/>
              </a:ext>
            </a:extLst>
          </p:cNvPr>
          <p:cNvSpPr txBox="1"/>
          <p:nvPr/>
        </p:nvSpPr>
        <p:spPr>
          <a:xfrm>
            <a:off x="8708012" y="5527080"/>
            <a:ext cx="1328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Away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(-7.0)</a:t>
            </a:r>
          </a:p>
        </p:txBody>
      </p:sp>
      <p:cxnSp>
        <p:nvCxnSpPr>
          <p:cNvPr id="72" name="Connector: Curved 71">
            <a:extLst>
              <a:ext uri="{FF2B5EF4-FFF2-40B4-BE49-F238E27FC236}">
                <a16:creationId xmlns:a16="http://schemas.microsoft.com/office/drawing/2014/main" id="{C31FEDED-083E-3BD5-6298-14D3205B46E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985613" y="5695265"/>
            <a:ext cx="527818" cy="338359"/>
          </a:xfrm>
          <a:prstGeom prst="curvedConnector3">
            <a:avLst/>
          </a:prstGeom>
          <a:ln w="317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Flowchart: Connector 76">
            <a:extLst>
              <a:ext uri="{FF2B5EF4-FFF2-40B4-BE49-F238E27FC236}">
                <a16:creationId xmlns:a16="http://schemas.microsoft.com/office/drawing/2014/main" id="{0A51850C-877A-7BE2-29E1-629226EAF248}"/>
              </a:ext>
            </a:extLst>
          </p:cNvPr>
          <p:cNvSpPr/>
          <p:nvPr/>
        </p:nvSpPr>
        <p:spPr>
          <a:xfrm>
            <a:off x="2044821" y="5570645"/>
            <a:ext cx="589944" cy="550581"/>
          </a:xfrm>
          <a:prstGeom prst="flowChartConnector">
            <a:avLst/>
          </a:prstGeom>
          <a:solidFill>
            <a:schemeClr val="bg1">
              <a:lumMod val="6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6B591A-4011-B741-C203-0C2BCDA84E0A}"/>
              </a:ext>
            </a:extLst>
          </p:cNvPr>
          <p:cNvCxnSpPr>
            <a:cxnSpLocks/>
          </p:cNvCxnSpPr>
          <p:nvPr/>
        </p:nvCxnSpPr>
        <p:spPr>
          <a:xfrm>
            <a:off x="2221156" y="5679705"/>
            <a:ext cx="118637" cy="193511"/>
          </a:xfrm>
          <a:prstGeom prst="line">
            <a:avLst/>
          </a:prstGeom>
          <a:ln w="349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EA3CECC0-6145-0867-60DA-EFD05F12F9A5}"/>
              </a:ext>
            </a:extLst>
          </p:cNvPr>
          <p:cNvCxnSpPr>
            <a:cxnSpLocks/>
          </p:cNvCxnSpPr>
          <p:nvPr/>
        </p:nvCxnSpPr>
        <p:spPr>
          <a:xfrm>
            <a:off x="2339793" y="5873216"/>
            <a:ext cx="165784" cy="0"/>
          </a:xfrm>
          <a:prstGeom prst="line">
            <a:avLst/>
          </a:prstGeom>
          <a:ln w="3492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0C5F3DFE-0590-1043-55C5-3A8E0BAE27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590" y="5570645"/>
            <a:ext cx="764515" cy="687513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850B5627-6D50-1942-1777-52AED3193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314" y="4539754"/>
            <a:ext cx="633507" cy="40011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7745AD98-A517-1D41-4532-C98E34F9E1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882"/>
          <a:stretch>
            <a:fillRect/>
          </a:stretch>
        </p:blipFill>
        <p:spPr>
          <a:xfrm>
            <a:off x="1499480" y="1103318"/>
            <a:ext cx="576240" cy="44452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A929F19-9B13-CBD2-5F81-B16FED459E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39" t="11056" b="9653"/>
          <a:stretch>
            <a:fillRect/>
          </a:stretch>
        </p:blipFill>
        <p:spPr>
          <a:xfrm>
            <a:off x="1540958" y="2473588"/>
            <a:ext cx="534762" cy="442857"/>
          </a:xfrm>
          <a:prstGeom prst="rect">
            <a:avLst/>
          </a:prstGeom>
        </p:spPr>
      </p:pic>
      <p:sp>
        <p:nvSpPr>
          <p:cNvPr id="96" name="Arrow: Right 95">
            <a:extLst>
              <a:ext uri="{FF2B5EF4-FFF2-40B4-BE49-F238E27FC236}">
                <a16:creationId xmlns:a16="http://schemas.microsoft.com/office/drawing/2014/main" id="{F5873D7F-3698-05EE-E0E1-6CAF09EC8A6E}"/>
              </a:ext>
            </a:extLst>
          </p:cNvPr>
          <p:cNvSpPr/>
          <p:nvPr/>
        </p:nvSpPr>
        <p:spPr>
          <a:xfrm rot="16200000">
            <a:off x="1580006" y="3261280"/>
            <a:ext cx="386047" cy="16990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0F0A73E0-C349-EF78-E0E7-BED1A9C561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1911" y="1783095"/>
            <a:ext cx="534762" cy="473646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75FD1D2C-B3DC-1C2F-AF5D-55B350F5884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320" t="8705" r="6788" b="8319"/>
          <a:stretch>
            <a:fillRect/>
          </a:stretch>
        </p:blipFill>
        <p:spPr>
          <a:xfrm>
            <a:off x="1498273" y="3786688"/>
            <a:ext cx="534762" cy="59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</Words>
  <Application>Microsoft Office PowerPoint</Application>
  <PresentationFormat>Widescreen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3</cp:revision>
  <dcterms:created xsi:type="dcterms:W3CDTF">2026-07-08T18:30:55Z</dcterms:created>
  <dcterms:modified xsi:type="dcterms:W3CDTF">2026-07-09T12:04:42Z</dcterms:modified>
</cp:coreProperties>
</file>